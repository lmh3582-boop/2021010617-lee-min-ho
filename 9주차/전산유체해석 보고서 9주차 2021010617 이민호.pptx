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0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DE9CCD-1C8D-FCCC-78A9-3638FB8A1E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0BB1A1-1162-23C0-63E1-7283FFE97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73AB3A-EAB7-AF9E-CD07-C78EB672E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8F685-EA59-4EF0-8089-826E55AF970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5B69A0-02DA-F9B3-24A0-8C8AA7F38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794CDB-2A13-F3F2-A577-312F213E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1E52-77EE-45D8-897B-3B6D559C6B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1336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395E60-AD46-F2DA-89CB-CCF229F4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75F197-CE88-9C28-2C7E-01C252245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BA8157-5257-590B-E6E8-EFC99E099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8F685-EA59-4EF0-8089-826E55AF970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86A4AB-8DEB-C13C-338B-6DE98445A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856ECE-25A2-4588-BD4B-1B80C493E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1E52-77EE-45D8-897B-3B6D559C6B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815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A45EE-5FB7-2F40-0580-6BBD974A3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BD7F7A-E1BC-93DE-8C03-654A28825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79E71-EB4A-B8AF-F729-334B55DAB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8F685-EA59-4EF0-8089-826E55AF970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C75EC7-1D38-DC25-E110-CCC44BBEA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6F5869-32C2-CBDD-8693-15BF53F97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1E52-77EE-45D8-897B-3B6D559C6B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3EAB5D-4CC6-CB6D-52CA-81CF2C11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A95C90-2284-6211-80F9-9175B1AE4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B25573-6481-394B-3FA7-A0F63B436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6CD128-ADA0-43BE-CFDA-DB3391C2D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8F685-EA59-4EF0-8089-826E55AF970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607687-609D-EE92-DE2C-C5A677490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1E801F-5549-5CF6-8EF1-238F2A3D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1E52-77EE-45D8-897B-3B6D559C6B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344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901326-C472-4629-CB45-9D1ED6541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3BD6F6-248A-8A8D-9BAA-7AFE9A66E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F0A39A-ECBA-1C21-C645-49494EA71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641E6B8-50F7-294B-D62A-387E983831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78E63F-F36F-A8D9-0228-7DDDDE7C3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15E383-9125-684C-C6D6-B7F6306FF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8F685-EA59-4EF0-8089-826E55AF970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F87BCA8-DB74-6E5D-23C8-657B7A72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6DAF24D-4417-8508-EC4F-02998722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1E52-77EE-45D8-897B-3B6D559C6B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96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70C34A-A47C-45B8-59EE-55C2BE8D2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E3228B-32CC-D149-8B78-370C599AC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8F685-EA59-4EF0-8089-826E55AF970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2E8D10-ADF7-3B1B-0E87-BE26EB86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314606-24CB-BC45-52B6-A2EF48D1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1E52-77EE-45D8-897B-3B6D559C6B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223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CCB70BD-2F22-B1F0-516F-7D82E5C4E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8F685-EA59-4EF0-8089-826E55AF970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3D9F06-94CD-B689-000F-A2B7F4035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31B7D3-F965-BF20-5779-A08561BD6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1E52-77EE-45D8-897B-3B6D559C6B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648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C7EBB-5D54-EDEC-3BAF-A7CEFB266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F326AE-28D6-31E1-88A9-4423F23F0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78A621-4FB8-4CDA-00CD-17FB9B50A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3BB6A2-C5A9-F6B3-5DCB-FCD308DCE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8F685-EA59-4EF0-8089-826E55AF970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CA080F-BDFC-9EC2-017B-130E2BB30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6F4EC1-94F1-5A77-1BDC-9F9C92427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1E52-77EE-45D8-897B-3B6D559C6B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784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AF07EE-707E-3AA5-5849-9D842E54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0AB59D9-82EB-2BFF-1EDB-415B62CD6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1D4A85-DA99-9ED1-623F-C173BE53C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48BB49-AAAC-0AEA-2AEA-ED216D1B6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8F685-EA59-4EF0-8089-826E55AF970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7A6739-846C-E74E-D92C-915FF7C92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2BD2F8-48D3-7799-1343-1E77C46CA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1E52-77EE-45D8-897B-3B6D559C6B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63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23A8B1-EEBC-8443-744F-8B9EF7F8A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9BB5D6-C950-EC62-F271-4B515A5BE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51872A-E9C4-DF04-22E3-B8BDC5B60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8F685-EA59-4EF0-8089-826E55AF970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A58A38-49EE-D6BC-BAEA-DC831067D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BBF3A7-2FD2-A857-FEE4-AA202A0BA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1E52-77EE-45D8-897B-3B6D559C6B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394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4248FB1-F0F7-DB45-05DB-769FE5766E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D0FD7E-15E2-0685-A455-959BDD1B8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985D25-45F9-07CE-061E-1FCE3DA64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8F685-EA59-4EF0-8089-826E55AF970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32DEAD-0181-79F5-09D8-F11395C0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1A082A-89EA-A636-2CF0-E7FACF448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A1E52-77EE-45D8-897B-3B6D559C6B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14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46EA8F5-8444-FFF4-92FC-2A46FC80E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39293C-DFC3-5C66-836C-5BFAC27A3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93B5E6-4EB1-2940-75A2-19591AEB37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A8F685-EA59-4EF0-8089-826E55AF970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777332-F870-6776-C442-E8857F6D6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8BB639-AC52-14B6-E7DC-AE33930BE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7A1E52-77EE-45D8-897B-3B6D559C6B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40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8A4B3-A01D-22B6-905F-794A6757AE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전산유체해석</a:t>
            </a:r>
            <a:r>
              <a:rPr lang="ko-KR" altLang="en-US" dirty="0"/>
              <a:t> 보고서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ECE620-23A4-C019-1388-6F9B9ABFCF63}"/>
              </a:ext>
            </a:extLst>
          </p:cNvPr>
          <p:cNvSpPr txBox="1"/>
          <p:nvPr/>
        </p:nvSpPr>
        <p:spPr>
          <a:xfrm>
            <a:off x="8114339" y="4694945"/>
            <a:ext cx="3596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무인항공기학과</a:t>
            </a:r>
            <a:endParaRPr lang="en-US" altLang="ko-KR" dirty="0"/>
          </a:p>
          <a:p>
            <a:r>
              <a:rPr lang="en-US" altLang="ko-KR" dirty="0"/>
              <a:t>2021010617</a:t>
            </a:r>
          </a:p>
          <a:p>
            <a:r>
              <a:rPr lang="ko-KR" altLang="en-US" dirty="0"/>
              <a:t>이민호</a:t>
            </a:r>
          </a:p>
        </p:txBody>
      </p:sp>
    </p:spTree>
    <p:extLst>
      <p:ext uri="{BB962C8B-B14F-4D97-AF65-F5344CB8AC3E}">
        <p14:creationId xmlns:p14="http://schemas.microsoft.com/office/powerpoint/2010/main" val="43006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CF1AD7-6F17-3036-EE9B-704E98E91554}"/>
              </a:ext>
            </a:extLst>
          </p:cNvPr>
          <p:cNvSpPr txBox="1"/>
          <p:nvPr/>
        </p:nvSpPr>
        <p:spPr>
          <a:xfrm>
            <a:off x="801480" y="791455"/>
            <a:ext cx="42930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본 형상은 원통 형태의 계산 영역 내에 주 </a:t>
            </a:r>
            <a:r>
              <a:rPr lang="ko-KR" altLang="en-US" dirty="0" err="1"/>
              <a:t>익형이</a:t>
            </a:r>
            <a:r>
              <a:rPr lang="ko-KR" altLang="en-US" dirty="0"/>
              <a:t> 위치한 구조로</a:t>
            </a:r>
            <a:r>
              <a:rPr lang="en-US" altLang="ko-KR" dirty="0"/>
              <a:t>, </a:t>
            </a:r>
            <a:r>
              <a:rPr lang="ko-KR" altLang="en-US" dirty="0"/>
              <a:t>전산해석</a:t>
            </a:r>
            <a:r>
              <a:rPr lang="en-US" altLang="ko-KR" dirty="0"/>
              <a:t>(CFD)</a:t>
            </a:r>
            <a:r>
              <a:rPr lang="ko-KR" altLang="en-US" dirty="0"/>
              <a:t>을 위해 비정형 삼각형 기반의 격자가 생성되었다</a:t>
            </a:r>
            <a:r>
              <a:rPr lang="en-US" altLang="ko-KR" dirty="0"/>
              <a:t>. </a:t>
            </a:r>
            <a:r>
              <a:rPr lang="ko-KR" altLang="en-US" dirty="0"/>
              <a:t>표면 및 주변 유동 영역에 걸쳐 요소가 균일하게 배치되어 있으며</a:t>
            </a:r>
            <a:r>
              <a:rPr lang="en-US" altLang="ko-KR" dirty="0"/>
              <a:t>, </a:t>
            </a:r>
            <a:r>
              <a:rPr lang="ko-KR" altLang="en-US" dirty="0"/>
              <a:t>특히 </a:t>
            </a:r>
            <a:r>
              <a:rPr lang="ko-KR" altLang="en-US" dirty="0" err="1"/>
              <a:t>익형</a:t>
            </a:r>
            <a:r>
              <a:rPr lang="ko-KR" altLang="en-US" dirty="0"/>
              <a:t> 주변에서는 상대적으로 촘촘한 </a:t>
            </a:r>
            <a:r>
              <a:rPr lang="ko-KR" altLang="en-US" dirty="0" err="1"/>
              <a:t>메쉬가</a:t>
            </a:r>
            <a:r>
              <a:rPr lang="ko-KR" altLang="en-US" dirty="0"/>
              <a:t> 적용되어 경계층 흐름을 안정적으로 해석할 수 있도록 구성되었다</a:t>
            </a:r>
            <a:r>
              <a:rPr lang="en-US" altLang="ko-KR" dirty="0"/>
              <a:t>. </a:t>
            </a:r>
            <a:r>
              <a:rPr lang="ko-KR" altLang="en-US" dirty="0"/>
              <a:t>전체적으로 </a:t>
            </a:r>
            <a:r>
              <a:rPr lang="ko-KR" altLang="en-US" dirty="0" err="1"/>
              <a:t>메쉬</a:t>
            </a:r>
            <a:r>
              <a:rPr lang="ko-KR" altLang="en-US" dirty="0"/>
              <a:t> 품질이 양호하고 왜곡이 크지 않아 유동 해석에 적합한 격자 구조임을 확인할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 descr="스크린샷, 디자인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56AC07-31F4-04B3-488D-110B776C9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306" y="551259"/>
            <a:ext cx="5462067" cy="531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024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646F9-A858-C845-C123-30D11FEEB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CB892C-91CE-E05F-825D-A71BC5DEA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3932237" cy="4881563"/>
          </a:xfrm>
        </p:spPr>
        <p:txBody>
          <a:bodyPr/>
          <a:lstStyle/>
          <a:p>
            <a:r>
              <a:rPr lang="en-US" altLang="ko-KR" dirty="0"/>
              <a:t>CFD </a:t>
            </a:r>
            <a:r>
              <a:rPr lang="ko-KR" altLang="en-US" dirty="0"/>
              <a:t>결과는 앞전에서의 압력 급감 및 중반부 이후 압력 회복 형태를 실험과 유사하게 예측하였다</a:t>
            </a:r>
            <a:r>
              <a:rPr lang="en-US" altLang="ko-KR" dirty="0"/>
              <a:t>. </a:t>
            </a:r>
            <a:r>
              <a:rPr lang="ko-KR" altLang="en-US" dirty="0"/>
              <a:t>다만 </a:t>
            </a:r>
            <a:r>
              <a:rPr lang="ko-KR" altLang="en-US" dirty="0" err="1"/>
              <a:t>앞전</a:t>
            </a:r>
            <a:r>
              <a:rPr lang="ko-KR" altLang="en-US" dirty="0"/>
              <a:t> 주변에서 </a:t>
            </a:r>
            <a:r>
              <a:rPr lang="en-US" altLang="ko-KR" dirty="0"/>
              <a:t>SU2</a:t>
            </a:r>
            <a:r>
              <a:rPr lang="ko-KR" altLang="en-US" dirty="0"/>
              <a:t>가 더 큰 </a:t>
            </a:r>
            <a:r>
              <a:rPr lang="ko-KR" altLang="en-US" dirty="0" err="1"/>
              <a:t>음압을</a:t>
            </a:r>
            <a:r>
              <a:rPr lang="ko-KR" altLang="en-US" dirty="0"/>
              <a:t> 예측하여 양력이 다소 과대평가된 경향이 나타난다</a:t>
            </a:r>
            <a:r>
              <a:rPr lang="en-US" altLang="ko-KR" dirty="0"/>
              <a:t>. </a:t>
            </a:r>
            <a:r>
              <a:rPr lang="ko-KR" altLang="en-US" dirty="0"/>
              <a:t>전체적으로는 실험과 잘 일치한다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3" name="그림 12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4D7D9C-AC6E-B273-3CA2-C09D2ECDE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042" y="629933"/>
            <a:ext cx="4938188" cy="311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116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64FB42-8AD7-7A74-96A7-E2066BD0D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3932237" cy="4881563"/>
          </a:xfrm>
        </p:spPr>
        <p:txBody>
          <a:bodyPr/>
          <a:lstStyle/>
          <a:p>
            <a:r>
              <a:rPr lang="ko-KR" altLang="en-US" dirty="0"/>
              <a:t>전반적인 </a:t>
            </a:r>
            <a:r>
              <a:rPr lang="en-US" altLang="ko-KR" dirty="0"/>
              <a:t>Cp </a:t>
            </a:r>
            <a:r>
              <a:rPr lang="ko-KR" altLang="en-US" dirty="0"/>
              <a:t>변화 경향이 실험값과 매우 유사하며</a:t>
            </a:r>
            <a:r>
              <a:rPr lang="en-US" altLang="ko-KR" dirty="0"/>
              <a:t>, </a:t>
            </a:r>
            <a:r>
              <a:rPr lang="ko-KR" altLang="en-US" dirty="0"/>
              <a:t>최대 </a:t>
            </a:r>
            <a:r>
              <a:rPr lang="ko-KR" altLang="en-US" dirty="0" err="1"/>
              <a:t>음압</a:t>
            </a:r>
            <a:r>
              <a:rPr lang="ko-KR" altLang="en-US" dirty="0"/>
              <a:t> 위치도 유사하게 나타난다</a:t>
            </a:r>
            <a:r>
              <a:rPr lang="en-US" altLang="ko-KR" dirty="0"/>
              <a:t>. Tip</a:t>
            </a:r>
            <a:r>
              <a:rPr lang="ko-KR" altLang="en-US" dirty="0"/>
              <a:t>으로 갈수록 </a:t>
            </a:r>
            <a:r>
              <a:rPr lang="ko-KR" altLang="en-US" dirty="0" err="1"/>
              <a:t>압력차</a:t>
            </a:r>
            <a:r>
              <a:rPr lang="ko-KR" altLang="en-US" dirty="0"/>
              <a:t> 감소 경향 또한 정확히 재현되었다</a:t>
            </a:r>
            <a:r>
              <a:rPr lang="en-US" altLang="ko-KR" dirty="0"/>
              <a:t>. </a:t>
            </a:r>
            <a:r>
              <a:rPr lang="ko-KR" altLang="en-US" dirty="0"/>
              <a:t>비교적 높은 정확도를 보이는 구간이다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6" name="그림 5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A267C1-CD26-6E7B-C56E-6F20460FF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099" y="987425"/>
            <a:ext cx="4938188" cy="311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442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61EC8-9ABD-3465-9983-F1D395CD9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110F75-6B5A-A6FF-38C4-3E8C6B908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3932237" cy="4881563"/>
          </a:xfrm>
        </p:spPr>
        <p:txBody>
          <a:bodyPr/>
          <a:lstStyle/>
          <a:p>
            <a:r>
              <a:rPr lang="ko-KR" altLang="en-US" dirty="0"/>
              <a:t>중반부 이후 </a:t>
            </a:r>
            <a:r>
              <a:rPr lang="en-US" altLang="ko-KR" dirty="0"/>
              <a:t>SU2 </a:t>
            </a:r>
            <a:r>
              <a:rPr lang="ko-KR" altLang="en-US" dirty="0"/>
              <a:t>결과가 실험값보다 </a:t>
            </a:r>
            <a:r>
              <a:rPr lang="ko-KR" altLang="en-US" dirty="0" err="1"/>
              <a:t>음압이</a:t>
            </a:r>
            <a:r>
              <a:rPr lang="ko-KR" altLang="en-US" dirty="0"/>
              <a:t> 약간 크게 나타나 양력 예측이 다소 높게 나타난다</a:t>
            </a:r>
            <a:r>
              <a:rPr lang="en-US" altLang="ko-KR" dirty="0"/>
              <a:t>. </a:t>
            </a:r>
            <a:r>
              <a:rPr lang="ko-KR" altLang="en-US" dirty="0"/>
              <a:t>하지만 압력 회복 형태와 전반적인 </a:t>
            </a:r>
            <a:r>
              <a:rPr lang="en-US" altLang="ko-KR" dirty="0"/>
              <a:t>Cp </a:t>
            </a:r>
            <a:r>
              <a:rPr lang="ko-KR" altLang="en-US" dirty="0"/>
              <a:t>분포는 실험과 거의 동일하게 재현되었다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3" name="그림 2" descr="텍스트, 라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B1E0B2-EF91-611A-0176-3E4F93E37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933" y="987425"/>
            <a:ext cx="4938188" cy="311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8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D7FF-FF3B-08DD-83C3-F3C5628E9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2E5D1C-AD0A-9324-4A92-6CA9B1DCD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3932237" cy="4881563"/>
          </a:xfrm>
        </p:spPr>
        <p:txBody>
          <a:bodyPr/>
          <a:lstStyle/>
          <a:p>
            <a:r>
              <a:rPr lang="ko-KR" altLang="en-US" dirty="0"/>
              <a:t>실험과 </a:t>
            </a:r>
            <a:r>
              <a:rPr lang="en-US" altLang="ko-KR" dirty="0"/>
              <a:t>CFD </a:t>
            </a:r>
            <a:r>
              <a:rPr lang="ko-KR" altLang="en-US" dirty="0"/>
              <a:t>결과의 전체적인 경향은 동일하나</a:t>
            </a:r>
            <a:r>
              <a:rPr lang="en-US" altLang="ko-KR" dirty="0"/>
              <a:t>, SU2</a:t>
            </a:r>
            <a:r>
              <a:rPr lang="ko-KR" altLang="en-US" dirty="0"/>
              <a:t>가 최대 </a:t>
            </a:r>
            <a:r>
              <a:rPr lang="ko-KR" altLang="en-US" dirty="0" err="1"/>
              <a:t>음압의</a:t>
            </a:r>
            <a:r>
              <a:rPr lang="ko-KR" altLang="en-US" dirty="0"/>
              <a:t> 크기를 과소 예측하였다</a:t>
            </a:r>
            <a:r>
              <a:rPr lang="en-US" altLang="ko-KR" dirty="0"/>
              <a:t>. </a:t>
            </a:r>
            <a:r>
              <a:rPr lang="ko-KR" altLang="en-US" dirty="0"/>
              <a:t>이는 </a:t>
            </a:r>
            <a:r>
              <a:rPr lang="en-US" altLang="ko-KR" dirty="0"/>
              <a:t>Tip </a:t>
            </a:r>
            <a:r>
              <a:rPr lang="ko-KR" altLang="en-US" dirty="0"/>
              <a:t>근처에서 발생하는 유도 유동 영향 재현에 한계가 있음을 의미한다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그림 2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9997B6-EBF4-1963-A309-E5B89A787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040" y="987425"/>
            <a:ext cx="4938188" cy="311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22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424CC-7854-781E-D93A-ECE42DE8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E58D5B-9B43-D83A-6B82-85845DB26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3932237" cy="4881563"/>
          </a:xfrm>
        </p:spPr>
        <p:txBody>
          <a:bodyPr/>
          <a:lstStyle/>
          <a:p>
            <a:r>
              <a:rPr lang="en-US" altLang="ko-KR" dirty="0"/>
              <a:t>Tip</a:t>
            </a:r>
            <a:r>
              <a:rPr lang="ko-KR" altLang="en-US" dirty="0"/>
              <a:t>에 매우 근접한 구간으로</a:t>
            </a:r>
            <a:r>
              <a:rPr lang="en-US" altLang="ko-KR" dirty="0"/>
              <a:t>, SU2 </a:t>
            </a:r>
            <a:r>
              <a:rPr lang="ko-KR" altLang="en-US" dirty="0"/>
              <a:t>결과가 실험값보다 </a:t>
            </a:r>
            <a:r>
              <a:rPr lang="ko-KR" altLang="en-US" dirty="0" err="1"/>
              <a:t>음압을</a:t>
            </a:r>
            <a:r>
              <a:rPr lang="ko-KR" altLang="en-US" dirty="0"/>
              <a:t> 과소 예측하면서 압력차가 작게 나타난다</a:t>
            </a:r>
            <a:r>
              <a:rPr lang="en-US" altLang="ko-KR" dirty="0"/>
              <a:t>. Tip vortex </a:t>
            </a:r>
            <a:r>
              <a:rPr lang="ko-KR" altLang="en-US" dirty="0"/>
              <a:t>및 </a:t>
            </a:r>
            <a:r>
              <a:rPr lang="en-US" altLang="ko-KR" dirty="0"/>
              <a:t>3</a:t>
            </a:r>
            <a:r>
              <a:rPr lang="ko-KR" altLang="en-US" dirty="0"/>
              <a:t>차원 유동 모델링에서 오차가 발생한 것으로 판단된다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그림 2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366FDF-C833-F5DC-D778-EEB2A3857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651" y="987425"/>
            <a:ext cx="4938188" cy="311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18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218</Words>
  <Application>Microsoft Office PowerPoint</Application>
  <PresentationFormat>와이드스크린</PresentationFormat>
  <Paragraphs>10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전산유체해석 보고서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이민호</dc:creator>
  <cp:lastModifiedBy>이민호</cp:lastModifiedBy>
  <cp:revision>1</cp:revision>
  <dcterms:created xsi:type="dcterms:W3CDTF">2025-12-04T17:38:52Z</dcterms:created>
  <dcterms:modified xsi:type="dcterms:W3CDTF">2025-12-04T17:49:55Z</dcterms:modified>
</cp:coreProperties>
</file>