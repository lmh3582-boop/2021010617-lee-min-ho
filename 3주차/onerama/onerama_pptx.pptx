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9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Mesh 비교 해석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/>
            </a:pPr>
            <a:r>
              <a:t>학교명 : 청주대학교</a:t>
            </a:r>
          </a:p>
          <a:p>
            <a:pPr>
              <a:defRPr sz="2200"/>
            </a:pPr>
            <a:r>
              <a:t>학과   : 무인항공기학과</a:t>
            </a:r>
          </a:p>
          <a:p>
            <a:pPr>
              <a:defRPr sz="2200"/>
            </a:pPr>
            <a:r>
              <a:t>이름   : 이민호</a:t>
            </a:r>
          </a:p>
          <a:p>
            <a:pPr>
              <a:defRPr sz="2200"/>
            </a:pPr>
            <a:r>
              <a:t>학번   : 2021010617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Hexa </a:t>
            </a:r>
            <a:r>
              <a:rPr dirty="0" err="1"/>
              <a:t>격자</a:t>
            </a:r>
            <a:endParaRPr dirty="0"/>
          </a:p>
        </p:txBody>
      </p:sp>
      <p:pic>
        <p:nvPicPr>
          <p:cNvPr id="3" name="Picture 2" descr="mesh_ONERAM6_turb_hexa_43008.J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48163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100K </a:t>
            </a:r>
            <a:r>
              <a:rPr dirty="0" err="1"/>
              <a:t>격자</a:t>
            </a:r>
            <a:r>
              <a:rPr dirty="0"/>
              <a:t> </a:t>
            </a:r>
          </a:p>
        </p:txBody>
      </p:sp>
      <p:pic>
        <p:nvPicPr>
          <p:cNvPr id="3" name="Picture 2" descr="mesh_ONERAMA6_100k.su2_j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28864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두 격자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Hexa vs 100K </a:t>
            </a:r>
            <a:r>
              <a:rPr dirty="0" err="1"/>
              <a:t>격자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  <a:p>
            <a:r>
              <a:rPr dirty="0"/>
              <a:t>• </a:t>
            </a:r>
            <a:r>
              <a:rPr dirty="0" err="1"/>
              <a:t>구조</a:t>
            </a:r>
            <a:r>
              <a:rPr dirty="0"/>
              <a:t>: Structured vs Unstructured</a:t>
            </a:r>
          </a:p>
          <a:p>
            <a:r>
              <a:rPr dirty="0"/>
              <a:t>• </a:t>
            </a:r>
            <a:r>
              <a:rPr dirty="0" err="1"/>
              <a:t>안정성</a:t>
            </a:r>
            <a:r>
              <a:rPr dirty="0"/>
              <a:t>: </a:t>
            </a:r>
            <a:r>
              <a:rPr dirty="0" err="1"/>
              <a:t>높음</a:t>
            </a:r>
            <a:r>
              <a:rPr dirty="0"/>
              <a:t> vs </a:t>
            </a:r>
            <a:r>
              <a:t>중간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해석 목적에 따라 격자 선택 가능</a:t>
            </a:r>
          </a:p>
          <a:p>
            <a:r>
              <a:t>• Hexa: 정확도와 안정성 우선</a:t>
            </a:r>
          </a:p>
          <a:p>
            <a:r>
              <a:t>• 100K: 빠른 격자 생성 및 실용성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</Words>
  <Application>Microsoft Office PowerPoint</Application>
  <PresentationFormat>화면 슬라이드 쇼(4:3)</PresentationFormat>
  <Paragraphs>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Hexa 격자</vt:lpstr>
      <vt:lpstr>100K 격자 </vt:lpstr>
      <vt:lpstr>두 격자 비교</vt:lpstr>
      <vt:lpstr>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이민호</cp:lastModifiedBy>
  <cp:revision>2</cp:revision>
  <dcterms:created xsi:type="dcterms:W3CDTF">2013-01-27T09:14:16Z</dcterms:created>
  <dcterms:modified xsi:type="dcterms:W3CDTF">2025-10-21T14:49:03Z</dcterms:modified>
  <cp:category/>
</cp:coreProperties>
</file>