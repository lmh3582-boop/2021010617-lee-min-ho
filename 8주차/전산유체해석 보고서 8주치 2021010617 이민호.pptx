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81" d="100"/>
          <a:sy n="81" d="100"/>
        </p:scale>
        <p:origin x="84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lals\OneDrive\&#48148;&#53461;%20&#54868;&#47732;\wjstks\wjstks\8&#51452;&#52264;\0.44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lals\OneDrive\&#48148;&#53461;%20&#54868;&#47732;\wjstks\wjstks\8&#51452;&#52264;\0.65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lals\OneDrive\&#48148;&#53461;%20&#54868;&#47732;\wjstks\wjstks\8&#51452;&#52264;\0.8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lals\OneDrive\&#48148;&#53461;%20&#54868;&#47732;\wjstks\wjstks\8&#51452;&#52264;\0.9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lals\OneDrive\&#48148;&#53461;%20&#54868;&#47732;\wjstks\wjstks\8&#51452;&#52264;\0.99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lals\OneDrive\&#48148;&#53461;%20&#54868;&#47732;\wjstks\wjstks\8&#51452;&#52264;\0.9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baseline="0">
                <a:latin typeface="맑은 고딕"/>
              </a:defRPr>
            </a:pPr>
            <a:r>
              <a:rPr lang="en-US" sz="1400" b="1" baseline="0">
                <a:latin typeface="맑은 고딕"/>
              </a:rPr>
              <a:t>Section 44%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'[0.44.xlsx]Cp_Data'!$A$2:$A$90</c:f>
              <c:numCache>
                <c:formatCode>General</c:formatCode>
                <c:ptCount val="89"/>
                <c:pt idx="0">
                  <c:v>0</c:v>
                </c:pt>
                <c:pt idx="1">
                  <c:v>8.1599535297562271E-4</c:v>
                </c:pt>
                <c:pt idx="2">
                  <c:v>3.228636980417678E-3</c:v>
                </c:pt>
                <c:pt idx="3">
                  <c:v>7.2655857417490118E-3</c:v>
                </c:pt>
                <c:pt idx="4">
                  <c:v>1.3085123221445149E-2</c:v>
                </c:pt>
                <c:pt idx="5">
                  <c:v>2.087472857781689E-2</c:v>
                </c:pt>
                <c:pt idx="6">
                  <c:v>3.068050324323579E-2</c:v>
                </c:pt>
                <c:pt idx="7">
                  <c:v>4.2440978641206432E-2</c:v>
                </c:pt>
                <c:pt idx="8">
                  <c:v>5.6116200197006832E-2</c:v>
                </c:pt>
                <c:pt idx="9">
                  <c:v>7.1743049056534197E-2</c:v>
                </c:pt>
                <c:pt idx="10">
                  <c:v>8.9366089937747764E-2</c:v>
                </c:pt>
                <c:pt idx="11">
                  <c:v>0.10899915327035881</c:v>
                </c:pt>
                <c:pt idx="12">
                  <c:v>0.1306191883381817</c:v>
                </c:pt>
                <c:pt idx="13">
                  <c:v>0.1541677999935458</c:v>
                </c:pt>
                <c:pt idx="14">
                  <c:v>0.17956661580141969</c:v>
                </c:pt>
                <c:pt idx="15">
                  <c:v>0.20670499232411149</c:v>
                </c:pt>
                <c:pt idx="16">
                  <c:v>0.23545384555098131</c:v>
                </c:pt>
                <c:pt idx="17">
                  <c:v>0.26566565089844008</c:v>
                </c:pt>
                <c:pt idx="18">
                  <c:v>0.29717444320995062</c:v>
                </c:pt>
                <c:pt idx="19">
                  <c:v>0.32980196361367631</c:v>
                </c:pt>
                <c:pt idx="20">
                  <c:v>0.36335304937924429</c:v>
                </c:pt>
                <c:pt idx="21">
                  <c:v>0.397627927633045</c:v>
                </c:pt>
                <c:pt idx="22">
                  <c:v>0.43241606850058162</c:v>
                </c:pt>
                <c:pt idx="23">
                  <c:v>0.46750233196412089</c:v>
                </c:pt>
                <c:pt idx="24">
                  <c:v>0.50267157800592865</c:v>
                </c:pt>
                <c:pt idx="25">
                  <c:v>0.53771174003709632</c:v>
                </c:pt>
                <c:pt idx="26">
                  <c:v>0.57241536161195206</c:v>
                </c:pt>
                <c:pt idx="27">
                  <c:v>0.6065842065712983</c:v>
                </c:pt>
                <c:pt idx="28">
                  <c:v>0.64003233247123659</c:v>
                </c:pt>
                <c:pt idx="29">
                  <c:v>0.67258455386875549</c:v>
                </c:pt>
                <c:pt idx="30">
                  <c:v>0.70407951575055439</c:v>
                </c:pt>
                <c:pt idx="31">
                  <c:v>0.73437737710510675</c:v>
                </c:pt>
                <c:pt idx="32">
                  <c:v>0.7633490539217721</c:v>
                </c:pt>
                <c:pt idx="33">
                  <c:v>0.79089158633492085</c:v>
                </c:pt>
                <c:pt idx="34">
                  <c:v>0.81692813862393365</c:v>
                </c:pt>
                <c:pt idx="35">
                  <c:v>0.84140338906996504</c:v>
                </c:pt>
                <c:pt idx="36">
                  <c:v>0.86429582367124136</c:v>
                </c:pt>
                <c:pt idx="37">
                  <c:v>0.88561927285747422</c:v>
                </c:pt>
                <c:pt idx="38">
                  <c:v>0.90541830134662293</c:v>
                </c:pt>
                <c:pt idx="39">
                  <c:v>0.92378203857460517</c:v>
                </c:pt>
                <c:pt idx="40">
                  <c:v>0.94083342169441198</c:v>
                </c:pt>
                <c:pt idx="41">
                  <c:v>0.95674456272023067</c:v>
                </c:pt>
                <c:pt idx="42">
                  <c:v>0.97172906495538147</c:v>
                </c:pt>
                <c:pt idx="43">
                  <c:v>0.98604355970673341</c:v>
                </c:pt>
                <c:pt idx="44">
                  <c:v>1</c:v>
                </c:pt>
                <c:pt idx="45">
                  <c:v>0.98604355970673341</c:v>
                </c:pt>
                <c:pt idx="46">
                  <c:v>0.97172906495538147</c:v>
                </c:pt>
                <c:pt idx="47">
                  <c:v>0.95674456272023067</c:v>
                </c:pt>
                <c:pt idx="48">
                  <c:v>0.94083342169441198</c:v>
                </c:pt>
                <c:pt idx="49">
                  <c:v>0.92378203857460517</c:v>
                </c:pt>
                <c:pt idx="50">
                  <c:v>0.90541830134662293</c:v>
                </c:pt>
                <c:pt idx="51">
                  <c:v>0.88561927285747422</c:v>
                </c:pt>
                <c:pt idx="52">
                  <c:v>0.86429582367124136</c:v>
                </c:pt>
                <c:pt idx="53">
                  <c:v>0.84140338906996504</c:v>
                </c:pt>
                <c:pt idx="54">
                  <c:v>0.81692813862393365</c:v>
                </c:pt>
                <c:pt idx="55">
                  <c:v>0.79089158633492085</c:v>
                </c:pt>
                <c:pt idx="56">
                  <c:v>0.7633490539217721</c:v>
                </c:pt>
                <c:pt idx="57">
                  <c:v>0.73437737710510675</c:v>
                </c:pt>
                <c:pt idx="58">
                  <c:v>0.70407951575055439</c:v>
                </c:pt>
                <c:pt idx="59">
                  <c:v>0.67258455386875549</c:v>
                </c:pt>
                <c:pt idx="60">
                  <c:v>0.64003233247123659</c:v>
                </c:pt>
                <c:pt idx="61">
                  <c:v>0.6065842065712983</c:v>
                </c:pt>
                <c:pt idx="62">
                  <c:v>0.57241536161195206</c:v>
                </c:pt>
                <c:pt idx="63">
                  <c:v>0.53771174003709632</c:v>
                </c:pt>
                <c:pt idx="64">
                  <c:v>0.50267157800592865</c:v>
                </c:pt>
                <c:pt idx="65">
                  <c:v>0.46750233196412089</c:v>
                </c:pt>
                <c:pt idx="66">
                  <c:v>0.43241606850058162</c:v>
                </c:pt>
                <c:pt idx="67">
                  <c:v>0.397627927633045</c:v>
                </c:pt>
                <c:pt idx="68">
                  <c:v>0.36335304937924429</c:v>
                </c:pt>
                <c:pt idx="69">
                  <c:v>0.32980196361367631</c:v>
                </c:pt>
                <c:pt idx="70">
                  <c:v>0.29717444320995062</c:v>
                </c:pt>
                <c:pt idx="71">
                  <c:v>0.26566565089844008</c:v>
                </c:pt>
                <c:pt idx="72">
                  <c:v>0.23545384555098131</c:v>
                </c:pt>
                <c:pt idx="73">
                  <c:v>0.20670499232411149</c:v>
                </c:pt>
                <c:pt idx="74">
                  <c:v>0.17956661580141969</c:v>
                </c:pt>
                <c:pt idx="75">
                  <c:v>0.1541677999935458</c:v>
                </c:pt>
                <c:pt idx="76">
                  <c:v>0.1306191883381817</c:v>
                </c:pt>
                <c:pt idx="77">
                  <c:v>0.10899915327035881</c:v>
                </c:pt>
                <c:pt idx="78">
                  <c:v>8.9366089937747764E-2</c:v>
                </c:pt>
                <c:pt idx="79">
                  <c:v>7.1743049056534197E-2</c:v>
                </c:pt>
                <c:pt idx="80">
                  <c:v>5.6116200197006832E-2</c:v>
                </c:pt>
                <c:pt idx="81">
                  <c:v>4.2440978641206432E-2</c:v>
                </c:pt>
                <c:pt idx="82">
                  <c:v>3.068050324323579E-2</c:v>
                </c:pt>
                <c:pt idx="83">
                  <c:v>2.087472857781689E-2</c:v>
                </c:pt>
                <c:pt idx="84">
                  <c:v>1.3085123221445149E-2</c:v>
                </c:pt>
                <c:pt idx="85">
                  <c:v>7.2655857417490118E-3</c:v>
                </c:pt>
                <c:pt idx="86">
                  <c:v>3.228636980417678E-3</c:v>
                </c:pt>
                <c:pt idx="87">
                  <c:v>8.1599535297562271E-4</c:v>
                </c:pt>
                <c:pt idx="88">
                  <c:v>0</c:v>
                </c:pt>
              </c:numCache>
            </c:numRef>
          </c:xVal>
          <c:yVal>
            <c:numRef>
              <c:f>'[0.44.xlsx]Cp_Data'!$B$2:$B$90</c:f>
              <c:numCache>
                <c:formatCode>General</c:formatCode>
                <c:ptCount val="89"/>
                <c:pt idx="0">
                  <c:v>0.65043099999999998</c:v>
                </c:pt>
                <c:pt idx="1">
                  <c:v>0.31350699999999998</c:v>
                </c:pt>
                <c:pt idx="2">
                  <c:v>-8.1987299999999999E-2</c:v>
                </c:pt>
                <c:pt idx="3">
                  <c:v>-0.47211799999999998</c:v>
                </c:pt>
                <c:pt idx="4">
                  <c:v>-0.831955</c:v>
                </c:pt>
                <c:pt idx="5">
                  <c:v>-1.11747</c:v>
                </c:pt>
                <c:pt idx="6">
                  <c:v>-1.2861100000000001</c:v>
                </c:pt>
                <c:pt idx="7">
                  <c:v>-1.3388</c:v>
                </c:pt>
                <c:pt idx="8">
                  <c:v>-1.31999</c:v>
                </c:pt>
                <c:pt idx="9">
                  <c:v>-1.2819700000000001</c:v>
                </c:pt>
                <c:pt idx="10">
                  <c:v>-1.2472000000000001</c:v>
                </c:pt>
                <c:pt idx="11">
                  <c:v>-1.21668</c:v>
                </c:pt>
                <c:pt idx="12">
                  <c:v>-1.1871700000000001</c:v>
                </c:pt>
                <c:pt idx="13">
                  <c:v>-1.15459</c:v>
                </c:pt>
                <c:pt idx="14">
                  <c:v>-1.1155200000000001</c:v>
                </c:pt>
                <c:pt idx="15">
                  <c:v>-1.0658399999999999</c:v>
                </c:pt>
                <c:pt idx="16">
                  <c:v>-1.00583</c:v>
                </c:pt>
                <c:pt idx="17">
                  <c:v>-0.93672599999999995</c:v>
                </c:pt>
                <c:pt idx="18">
                  <c:v>-0.87050700000000003</c:v>
                </c:pt>
                <c:pt idx="19">
                  <c:v>-0.82669899999999996</c:v>
                </c:pt>
                <c:pt idx="20">
                  <c:v>-0.80957800000000002</c:v>
                </c:pt>
                <c:pt idx="21">
                  <c:v>-0.81601900000000005</c:v>
                </c:pt>
                <c:pt idx="22">
                  <c:v>-0.82880299999999996</c:v>
                </c:pt>
                <c:pt idx="23">
                  <c:v>-0.82281099999999996</c:v>
                </c:pt>
                <c:pt idx="24">
                  <c:v>-0.74668299999999999</c:v>
                </c:pt>
                <c:pt idx="25">
                  <c:v>-0.57373200000000002</c:v>
                </c:pt>
                <c:pt idx="26">
                  <c:v>-0.37892700000000001</c:v>
                </c:pt>
                <c:pt idx="27">
                  <c:v>-0.26344400000000001</c:v>
                </c:pt>
                <c:pt idx="28">
                  <c:v>-0.20242099999999999</c:v>
                </c:pt>
                <c:pt idx="29">
                  <c:v>-0.15787300000000001</c:v>
                </c:pt>
                <c:pt idx="30">
                  <c:v>-0.119366</c:v>
                </c:pt>
                <c:pt idx="31">
                  <c:v>-8.56325E-2</c:v>
                </c:pt>
                <c:pt idx="32">
                  <c:v>-5.62731E-2</c:v>
                </c:pt>
                <c:pt idx="33">
                  <c:v>-3.0383799999999999E-2</c:v>
                </c:pt>
                <c:pt idx="34">
                  <c:v>-7.0981999999999998E-3</c:v>
                </c:pt>
                <c:pt idx="35">
                  <c:v>1.39122E-2</c:v>
                </c:pt>
                <c:pt idx="36">
                  <c:v>3.30914E-2</c:v>
                </c:pt>
                <c:pt idx="37">
                  <c:v>5.0271400000000001E-2</c:v>
                </c:pt>
                <c:pt idx="38">
                  <c:v>6.5825900000000007E-2</c:v>
                </c:pt>
                <c:pt idx="39">
                  <c:v>7.9468999999999998E-2</c:v>
                </c:pt>
                <c:pt idx="40">
                  <c:v>9.1677800000000004E-2</c:v>
                </c:pt>
                <c:pt idx="41">
                  <c:v>0.102421</c:v>
                </c:pt>
                <c:pt idx="42">
                  <c:v>0.11142100000000001</c:v>
                </c:pt>
                <c:pt idx="43">
                  <c:v>0.120974</c:v>
                </c:pt>
                <c:pt idx="44">
                  <c:v>0.146785</c:v>
                </c:pt>
                <c:pt idx="45">
                  <c:v>0.13145699999999999</c:v>
                </c:pt>
                <c:pt idx="46">
                  <c:v>0.109766</c:v>
                </c:pt>
                <c:pt idx="47">
                  <c:v>8.6782999999999999E-2</c:v>
                </c:pt>
                <c:pt idx="48">
                  <c:v>6.4111399999999999E-2</c:v>
                </c:pt>
                <c:pt idx="49">
                  <c:v>4.1589000000000001E-2</c:v>
                </c:pt>
                <c:pt idx="50">
                  <c:v>1.97798E-2</c:v>
                </c:pt>
                <c:pt idx="51">
                  <c:v>-8.6097400000000003E-4</c:v>
                </c:pt>
                <c:pt idx="52">
                  <c:v>-1.9508899999999999E-2</c:v>
                </c:pt>
                <c:pt idx="53">
                  <c:v>-3.6256700000000003E-2</c:v>
                </c:pt>
                <c:pt idx="54">
                  <c:v>-5.0885800000000002E-2</c:v>
                </c:pt>
                <c:pt idx="55">
                  <c:v>-6.4181299999999997E-2</c:v>
                </c:pt>
                <c:pt idx="56">
                  <c:v>-7.6653899999999997E-2</c:v>
                </c:pt>
                <c:pt idx="57">
                  <c:v>-8.93288E-2</c:v>
                </c:pt>
                <c:pt idx="58">
                  <c:v>-0.102682</c:v>
                </c:pt>
                <c:pt idx="59">
                  <c:v>-0.117094</c:v>
                </c:pt>
                <c:pt idx="60">
                  <c:v>-0.13214400000000001</c:v>
                </c:pt>
                <c:pt idx="61">
                  <c:v>-0.14698600000000001</c:v>
                </c:pt>
                <c:pt idx="62">
                  <c:v>-0.16001000000000001</c:v>
                </c:pt>
                <c:pt idx="63">
                  <c:v>-0.169294</c:v>
                </c:pt>
                <c:pt idx="64">
                  <c:v>-0.17289099999999999</c:v>
                </c:pt>
                <c:pt idx="65">
                  <c:v>-0.169603</c:v>
                </c:pt>
                <c:pt idx="66">
                  <c:v>-0.159169</c:v>
                </c:pt>
                <c:pt idx="67">
                  <c:v>-0.142427</c:v>
                </c:pt>
                <c:pt idx="68">
                  <c:v>-0.12085</c:v>
                </c:pt>
                <c:pt idx="69">
                  <c:v>-9.6187700000000001E-2</c:v>
                </c:pt>
                <c:pt idx="70">
                  <c:v>-7.0040599999999995E-2</c:v>
                </c:pt>
                <c:pt idx="71">
                  <c:v>-4.3636500000000002E-2</c:v>
                </c:pt>
                <c:pt idx="72">
                  <c:v>-1.75879E-2</c:v>
                </c:pt>
                <c:pt idx="73">
                  <c:v>8.0559599999999992E-3</c:v>
                </c:pt>
                <c:pt idx="74">
                  <c:v>3.3775699999999999E-2</c:v>
                </c:pt>
                <c:pt idx="75">
                  <c:v>6.0356300000000002E-2</c:v>
                </c:pt>
                <c:pt idx="76">
                  <c:v>8.8671700000000006E-2</c:v>
                </c:pt>
                <c:pt idx="77">
                  <c:v>0.11930399999999999</c:v>
                </c:pt>
                <c:pt idx="78">
                  <c:v>0.15210000000000001</c:v>
                </c:pt>
                <c:pt idx="79">
                  <c:v>0.18692300000000001</c:v>
                </c:pt>
                <c:pt idx="80">
                  <c:v>0.216748</c:v>
                </c:pt>
                <c:pt idx="81">
                  <c:v>0.22952</c:v>
                </c:pt>
                <c:pt idx="82">
                  <c:v>0.25328299999999998</c:v>
                </c:pt>
                <c:pt idx="83">
                  <c:v>0.34834100000000001</c:v>
                </c:pt>
                <c:pt idx="84">
                  <c:v>0.51856899999999995</c:v>
                </c:pt>
                <c:pt idx="85">
                  <c:v>0.70187200000000005</c:v>
                </c:pt>
                <c:pt idx="86">
                  <c:v>0.82441399999999998</c:v>
                </c:pt>
                <c:pt idx="87">
                  <c:v>0.82523500000000005</c:v>
                </c:pt>
                <c:pt idx="88">
                  <c:v>0.65043099999999998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1B1-477E-8030-889FCBF6A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</c:scaling>
        <c:delete val="0"/>
        <c:axPos val="t"/>
        <c:majorGridlines>
          <c:spPr>
            <a:ln>
              <a:solidFill>
                <a:srgbClr val="D9D9D9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X/C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high"/>
        <c:crossAx val="50010002"/>
        <c:crosses val="autoZero"/>
        <c:crossBetween val="midCat"/>
      </c:valAx>
      <c:valAx>
        <c:axId val="50010002"/>
        <c:scaling>
          <c:orientation val="maxMin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Cp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baseline="0">
                <a:latin typeface="맑은 고딕"/>
              </a:defRPr>
            </a:pPr>
            <a:r>
              <a:rPr lang="en-US" sz="1400" b="1" baseline="0">
                <a:latin typeface="맑은 고딕"/>
              </a:rPr>
              <a:t>Section 65%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'[0.65.xlsx]Cp_Data'!$A$2:$A$90</c:f>
              <c:numCache>
                <c:formatCode>General</c:formatCode>
                <c:ptCount val="89"/>
                <c:pt idx="0">
                  <c:v>0</c:v>
                </c:pt>
                <c:pt idx="1">
                  <c:v>8.1676819910415487E-4</c:v>
                </c:pt>
                <c:pt idx="2">
                  <c:v>3.228922264823702E-3</c:v>
                </c:pt>
                <c:pt idx="3">
                  <c:v>7.2659421533894627E-3</c:v>
                </c:pt>
                <c:pt idx="4">
                  <c:v>1.308563233639057E-2</c:v>
                </c:pt>
                <c:pt idx="5">
                  <c:v>2.0875277241647189E-2</c:v>
                </c:pt>
                <c:pt idx="6">
                  <c:v>3.0681697976114329E-2</c:v>
                </c:pt>
                <c:pt idx="7">
                  <c:v>4.2440732282112772E-2</c:v>
                </c:pt>
                <c:pt idx="8">
                  <c:v>5.6115963743122083E-2</c:v>
                </c:pt>
                <c:pt idx="9">
                  <c:v>7.1742074660590321E-2</c:v>
                </c:pt>
                <c:pt idx="10">
                  <c:v>8.9365886141472631E-2</c:v>
                </c:pt>
                <c:pt idx="11">
                  <c:v>0.10899953699127569</c:v>
                </c:pt>
                <c:pt idx="12">
                  <c:v>0.1306170154839135</c:v>
                </c:pt>
                <c:pt idx="13">
                  <c:v>0.15416803228228629</c:v>
                </c:pt>
                <c:pt idx="14">
                  <c:v>0.1795658816327734</c:v>
                </c:pt>
                <c:pt idx="15">
                  <c:v>0.20670304840088591</c:v>
                </c:pt>
                <c:pt idx="16">
                  <c:v>0.23545294218633769</c:v>
                </c:pt>
                <c:pt idx="17">
                  <c:v>0.26566469497782941</c:v>
                </c:pt>
                <c:pt idx="18">
                  <c:v>0.29717356584348231</c:v>
                </c:pt>
                <c:pt idx="19">
                  <c:v>0.32979920681576591</c:v>
                </c:pt>
                <c:pt idx="20">
                  <c:v>0.36335086523671539</c:v>
                </c:pt>
                <c:pt idx="21">
                  <c:v>0.39762564964285912</c:v>
                </c:pt>
                <c:pt idx="22">
                  <c:v>0.43241199799536312</c:v>
                </c:pt>
                <c:pt idx="23">
                  <c:v>0.46749834825539349</c:v>
                </c:pt>
                <c:pt idx="24">
                  <c:v>0.5026679360388997</c:v>
                </c:pt>
                <c:pt idx="25">
                  <c:v>0.53770746519197532</c:v>
                </c:pt>
                <c:pt idx="26">
                  <c:v>0.57241057602100376</c:v>
                </c:pt>
                <c:pt idx="27">
                  <c:v>0.60657957940773044</c:v>
                </c:pt>
                <c:pt idx="28">
                  <c:v>0.64002719092433535</c:v>
                </c:pt>
                <c:pt idx="29">
                  <c:v>0.67257826494850559</c:v>
                </c:pt>
                <c:pt idx="30">
                  <c:v>0.70407499700865162</c:v>
                </c:pt>
                <c:pt idx="31">
                  <c:v>0.73437172143869134</c:v>
                </c:pt>
                <c:pt idx="32">
                  <c:v>0.76334358195341145</c:v>
                </c:pt>
                <c:pt idx="33">
                  <c:v>0.79088653164846723</c:v>
                </c:pt>
                <c:pt idx="34">
                  <c:v>0.81692080123052824</c:v>
                </c:pt>
                <c:pt idx="35">
                  <c:v>0.84139610136249432</c:v>
                </c:pt>
                <c:pt idx="36">
                  <c:v>0.86428988854842437</c:v>
                </c:pt>
                <c:pt idx="37">
                  <c:v>0.88561256747875294</c:v>
                </c:pt>
                <c:pt idx="38">
                  <c:v>0.9054109592604348</c:v>
                </c:pt>
                <c:pt idx="39">
                  <c:v>0.92377350376216283</c:v>
                </c:pt>
                <c:pt idx="40">
                  <c:v>0.94082679138422287</c:v>
                </c:pt>
                <c:pt idx="41">
                  <c:v>0.95673729717356604</c:v>
                </c:pt>
                <c:pt idx="42">
                  <c:v>0.9717165831690262</c:v>
                </c:pt>
                <c:pt idx="43">
                  <c:v>0.98604037366711594</c:v>
                </c:pt>
                <c:pt idx="44">
                  <c:v>1</c:v>
                </c:pt>
                <c:pt idx="45">
                  <c:v>0.98604037366711594</c:v>
                </c:pt>
                <c:pt idx="46">
                  <c:v>0.9717165831690262</c:v>
                </c:pt>
                <c:pt idx="47">
                  <c:v>0.95673729717356604</c:v>
                </c:pt>
                <c:pt idx="48">
                  <c:v>0.94082679138422287</c:v>
                </c:pt>
                <c:pt idx="49">
                  <c:v>0.92377350376216283</c:v>
                </c:pt>
                <c:pt idx="50">
                  <c:v>0.9054109592604348</c:v>
                </c:pt>
                <c:pt idx="51">
                  <c:v>0.88561256747875294</c:v>
                </c:pt>
                <c:pt idx="52">
                  <c:v>0.86428988854842437</c:v>
                </c:pt>
                <c:pt idx="53">
                  <c:v>0.84139610136249432</c:v>
                </c:pt>
                <c:pt idx="54">
                  <c:v>0.81692080123052824</c:v>
                </c:pt>
                <c:pt idx="55">
                  <c:v>0.79088653164846723</c:v>
                </c:pt>
                <c:pt idx="56">
                  <c:v>0.76334358195341145</c:v>
                </c:pt>
                <c:pt idx="57">
                  <c:v>0.73437172143869134</c:v>
                </c:pt>
                <c:pt idx="58">
                  <c:v>0.70407499700865162</c:v>
                </c:pt>
                <c:pt idx="59">
                  <c:v>0.67257826494850559</c:v>
                </c:pt>
                <c:pt idx="60">
                  <c:v>0.64002719092433535</c:v>
                </c:pt>
                <c:pt idx="61">
                  <c:v>0.60657957940773044</c:v>
                </c:pt>
                <c:pt idx="62">
                  <c:v>0.57241057602100376</c:v>
                </c:pt>
                <c:pt idx="63">
                  <c:v>0.53770746519197532</c:v>
                </c:pt>
                <c:pt idx="64">
                  <c:v>0.5026679360388997</c:v>
                </c:pt>
                <c:pt idx="65">
                  <c:v>0.46749834825539349</c:v>
                </c:pt>
                <c:pt idx="66">
                  <c:v>0.43241199799536312</c:v>
                </c:pt>
                <c:pt idx="67">
                  <c:v>0.39762564964285912</c:v>
                </c:pt>
                <c:pt idx="68">
                  <c:v>0.36335086523671539</c:v>
                </c:pt>
                <c:pt idx="69">
                  <c:v>0.32979920681576591</c:v>
                </c:pt>
                <c:pt idx="70">
                  <c:v>0.29717356584348231</c:v>
                </c:pt>
                <c:pt idx="71">
                  <c:v>0.26566469497782941</c:v>
                </c:pt>
                <c:pt idx="72">
                  <c:v>0.23545294218633769</c:v>
                </c:pt>
                <c:pt idx="73">
                  <c:v>0.20670304840088591</c:v>
                </c:pt>
                <c:pt idx="74">
                  <c:v>0.1795658816327734</c:v>
                </c:pt>
                <c:pt idx="75">
                  <c:v>0.15416803228228629</c:v>
                </c:pt>
                <c:pt idx="76">
                  <c:v>0.1306170154839135</c:v>
                </c:pt>
                <c:pt idx="77">
                  <c:v>0.10899953699127569</c:v>
                </c:pt>
                <c:pt idx="78">
                  <c:v>8.9365886141472631E-2</c:v>
                </c:pt>
                <c:pt idx="79">
                  <c:v>7.1742074660590321E-2</c:v>
                </c:pt>
                <c:pt idx="80">
                  <c:v>5.6115963743122083E-2</c:v>
                </c:pt>
                <c:pt idx="81">
                  <c:v>4.2440732282112772E-2</c:v>
                </c:pt>
                <c:pt idx="82">
                  <c:v>3.0681697976114329E-2</c:v>
                </c:pt>
                <c:pt idx="83">
                  <c:v>2.0875277241647189E-2</c:v>
                </c:pt>
                <c:pt idx="84">
                  <c:v>1.308563233639057E-2</c:v>
                </c:pt>
                <c:pt idx="85">
                  <c:v>7.2659421533894627E-3</c:v>
                </c:pt>
                <c:pt idx="86">
                  <c:v>3.228922264823702E-3</c:v>
                </c:pt>
                <c:pt idx="87">
                  <c:v>8.1676819910415487E-4</c:v>
                </c:pt>
                <c:pt idx="88">
                  <c:v>0</c:v>
                </c:pt>
              </c:numCache>
            </c:numRef>
          </c:xVal>
          <c:yVal>
            <c:numRef>
              <c:f>'[0.65.xlsx]Cp_Data'!$B$2:$B$90</c:f>
              <c:numCache>
                <c:formatCode>General</c:formatCode>
                <c:ptCount val="89"/>
                <c:pt idx="0">
                  <c:v>0.61619000000000002</c:v>
                </c:pt>
                <c:pt idx="1">
                  <c:v>0.276341</c:v>
                </c:pt>
                <c:pt idx="2">
                  <c:v>-0.122285</c:v>
                </c:pt>
                <c:pt idx="3">
                  <c:v>-0.512934</c:v>
                </c:pt>
                <c:pt idx="4">
                  <c:v>-0.86954299999999995</c:v>
                </c:pt>
                <c:pt idx="5">
                  <c:v>-1.15113</c:v>
                </c:pt>
                <c:pt idx="6">
                  <c:v>-1.3178799999999999</c:v>
                </c:pt>
                <c:pt idx="7">
                  <c:v>-1.3718300000000001</c:v>
                </c:pt>
                <c:pt idx="8">
                  <c:v>-1.35653</c:v>
                </c:pt>
                <c:pt idx="9">
                  <c:v>-1.32311</c:v>
                </c:pt>
                <c:pt idx="10">
                  <c:v>-1.2934399999999999</c:v>
                </c:pt>
                <c:pt idx="11">
                  <c:v>-1.2687600000000001</c:v>
                </c:pt>
                <c:pt idx="12">
                  <c:v>-1.2486600000000001</c:v>
                </c:pt>
                <c:pt idx="13">
                  <c:v>-1.2300899999999999</c:v>
                </c:pt>
                <c:pt idx="14">
                  <c:v>-1.21272</c:v>
                </c:pt>
                <c:pt idx="15">
                  <c:v>-1.1970000000000001</c:v>
                </c:pt>
                <c:pt idx="16">
                  <c:v>-1.18231</c:v>
                </c:pt>
                <c:pt idx="17">
                  <c:v>-1.1685700000000001</c:v>
                </c:pt>
                <c:pt idx="18">
                  <c:v>-1.15238</c:v>
                </c:pt>
                <c:pt idx="19">
                  <c:v>-1.1232200000000001</c:v>
                </c:pt>
                <c:pt idx="20">
                  <c:v>-1.04436</c:v>
                </c:pt>
                <c:pt idx="21">
                  <c:v>-0.87306600000000001</c:v>
                </c:pt>
                <c:pt idx="22">
                  <c:v>-0.68412399999999995</c:v>
                </c:pt>
                <c:pt idx="23">
                  <c:v>-0.54176000000000002</c:v>
                </c:pt>
                <c:pt idx="24">
                  <c:v>-0.42945299999999997</c:v>
                </c:pt>
                <c:pt idx="25">
                  <c:v>-0.33751399999999998</c:v>
                </c:pt>
                <c:pt idx="26">
                  <c:v>-0.267345</c:v>
                </c:pt>
                <c:pt idx="27">
                  <c:v>-0.21481500000000001</c:v>
                </c:pt>
                <c:pt idx="28">
                  <c:v>-0.17210400000000001</c:v>
                </c:pt>
                <c:pt idx="29">
                  <c:v>-0.135881</c:v>
                </c:pt>
                <c:pt idx="30">
                  <c:v>-0.105237</c:v>
                </c:pt>
                <c:pt idx="31">
                  <c:v>-7.8728500000000007E-2</c:v>
                </c:pt>
                <c:pt idx="32">
                  <c:v>-5.5035100000000003E-2</c:v>
                </c:pt>
                <c:pt idx="33">
                  <c:v>-3.3415399999999998E-2</c:v>
                </c:pt>
                <c:pt idx="34">
                  <c:v>-1.33472E-2</c:v>
                </c:pt>
                <c:pt idx="35">
                  <c:v>5.3987599999999998E-3</c:v>
                </c:pt>
                <c:pt idx="36">
                  <c:v>2.3049900000000002E-2</c:v>
                </c:pt>
                <c:pt idx="37">
                  <c:v>3.9543799999999997E-2</c:v>
                </c:pt>
                <c:pt idx="38">
                  <c:v>5.4910399999999998E-2</c:v>
                </c:pt>
                <c:pt idx="39">
                  <c:v>6.9087499999999996E-2</c:v>
                </c:pt>
                <c:pt idx="40">
                  <c:v>8.1971500000000003E-2</c:v>
                </c:pt>
                <c:pt idx="41">
                  <c:v>9.4002500000000003E-2</c:v>
                </c:pt>
                <c:pt idx="42">
                  <c:v>0.10416300000000001</c:v>
                </c:pt>
                <c:pt idx="43">
                  <c:v>0.114838</c:v>
                </c:pt>
                <c:pt idx="44">
                  <c:v>0.139873</c:v>
                </c:pt>
                <c:pt idx="45">
                  <c:v>0.123295</c:v>
                </c:pt>
                <c:pt idx="46">
                  <c:v>0.102006</c:v>
                </c:pt>
                <c:pt idx="47">
                  <c:v>7.9345600000000002E-2</c:v>
                </c:pt>
                <c:pt idx="48">
                  <c:v>5.6932499999999997E-2</c:v>
                </c:pt>
                <c:pt idx="49">
                  <c:v>3.4716999999999998E-2</c:v>
                </c:pt>
                <c:pt idx="50">
                  <c:v>1.30657E-2</c:v>
                </c:pt>
                <c:pt idx="51">
                  <c:v>-7.4737800000000002E-3</c:v>
                </c:pt>
                <c:pt idx="52">
                  <c:v>-2.6240699999999999E-2</c:v>
                </c:pt>
                <c:pt idx="53">
                  <c:v>-4.3251199999999997E-2</c:v>
                </c:pt>
                <c:pt idx="54">
                  <c:v>-5.8385600000000003E-2</c:v>
                </c:pt>
                <c:pt idx="55">
                  <c:v>-7.23694E-2</c:v>
                </c:pt>
                <c:pt idx="56">
                  <c:v>-8.5776400000000003E-2</c:v>
                </c:pt>
                <c:pt idx="57">
                  <c:v>-9.9589999999999998E-2</c:v>
                </c:pt>
                <c:pt idx="58">
                  <c:v>-0.11430899999999999</c:v>
                </c:pt>
                <c:pt idx="59">
                  <c:v>-0.13029299999999999</c:v>
                </c:pt>
                <c:pt idx="60">
                  <c:v>-0.14710999999999999</c:v>
                </c:pt>
                <c:pt idx="61">
                  <c:v>-0.16383</c:v>
                </c:pt>
                <c:pt idx="62">
                  <c:v>-0.17871000000000001</c:v>
                </c:pt>
                <c:pt idx="63">
                  <c:v>-0.18967999999999999</c:v>
                </c:pt>
                <c:pt idx="64">
                  <c:v>-0.19467300000000001</c:v>
                </c:pt>
                <c:pt idx="65">
                  <c:v>-0.19237499999999999</c:v>
                </c:pt>
                <c:pt idx="66">
                  <c:v>-0.18248300000000001</c:v>
                </c:pt>
                <c:pt idx="67">
                  <c:v>-0.16581599999999999</c:v>
                </c:pt>
                <c:pt idx="68">
                  <c:v>-0.143872</c:v>
                </c:pt>
                <c:pt idx="69">
                  <c:v>-0.118466</c:v>
                </c:pt>
                <c:pt idx="70">
                  <c:v>-9.1312900000000002E-2</c:v>
                </c:pt>
                <c:pt idx="71">
                  <c:v>-6.3707700000000006E-2</c:v>
                </c:pt>
                <c:pt idx="72">
                  <c:v>-3.6310099999999998E-2</c:v>
                </c:pt>
                <c:pt idx="73">
                  <c:v>-9.1815400000000002E-3</c:v>
                </c:pt>
                <c:pt idx="74">
                  <c:v>1.8131100000000001E-2</c:v>
                </c:pt>
                <c:pt idx="75">
                  <c:v>4.6391700000000001E-2</c:v>
                </c:pt>
                <c:pt idx="76">
                  <c:v>7.6429800000000006E-2</c:v>
                </c:pt>
                <c:pt idx="77">
                  <c:v>0.108836</c:v>
                </c:pt>
                <c:pt idx="78">
                  <c:v>0.143453</c:v>
                </c:pt>
                <c:pt idx="79">
                  <c:v>0.180172</c:v>
                </c:pt>
                <c:pt idx="80">
                  <c:v>0.212279</c:v>
                </c:pt>
                <c:pt idx="81">
                  <c:v>0.22819800000000001</c:v>
                </c:pt>
                <c:pt idx="82">
                  <c:v>0.25536300000000001</c:v>
                </c:pt>
                <c:pt idx="83">
                  <c:v>0.35182999999999998</c:v>
                </c:pt>
                <c:pt idx="84">
                  <c:v>0.52042900000000003</c:v>
                </c:pt>
                <c:pt idx="85">
                  <c:v>0.69856099999999999</c:v>
                </c:pt>
                <c:pt idx="86">
                  <c:v>0.81416999999999995</c:v>
                </c:pt>
                <c:pt idx="87">
                  <c:v>0.80358300000000005</c:v>
                </c:pt>
                <c:pt idx="88">
                  <c:v>0.61619000000000002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6B3-4175-A20A-FC60748862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</c:scaling>
        <c:delete val="0"/>
        <c:axPos val="t"/>
        <c:majorGridlines>
          <c:spPr>
            <a:ln>
              <a:solidFill>
                <a:srgbClr val="D9D9D9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X/C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high"/>
        <c:crossAx val="50010002"/>
        <c:crosses val="autoZero"/>
        <c:crossBetween val="midCat"/>
      </c:valAx>
      <c:valAx>
        <c:axId val="50010002"/>
        <c:scaling>
          <c:orientation val="maxMin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Cp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baseline="0">
                <a:latin typeface="맑은 고딕"/>
              </a:defRPr>
            </a:pPr>
            <a:r>
              <a:rPr lang="en-US" sz="1400" b="1" baseline="0">
                <a:latin typeface="맑은 고딕"/>
              </a:rPr>
              <a:t>Section 80%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'[0.8.xlsx]Cp_Data'!$A$2:$A$90</c:f>
              <c:numCache>
                <c:formatCode>General</c:formatCode>
                <c:ptCount val="89"/>
                <c:pt idx="0">
                  <c:v>0</c:v>
                </c:pt>
                <c:pt idx="1">
                  <c:v>8.1708704649777978E-4</c:v>
                </c:pt>
                <c:pt idx="2">
                  <c:v>3.2282574664192461E-3</c:v>
                </c:pt>
                <c:pt idx="3">
                  <c:v>7.265965651798904E-3</c:v>
                </c:pt>
                <c:pt idx="4">
                  <c:v>1.308675631715206E-2</c:v>
                </c:pt>
                <c:pt idx="5">
                  <c:v>2.0875810405259959E-2</c:v>
                </c:pt>
                <c:pt idx="6">
                  <c:v>3.06808549632312E-2</c:v>
                </c:pt>
                <c:pt idx="7">
                  <c:v>4.244079937076662E-2</c:v>
                </c:pt>
                <c:pt idx="8">
                  <c:v>5.611555290829541E-2</c:v>
                </c:pt>
                <c:pt idx="9">
                  <c:v>7.1741388131619802E-2</c:v>
                </c:pt>
                <c:pt idx="10">
                  <c:v>8.9366032087848407E-2</c:v>
                </c:pt>
                <c:pt idx="11">
                  <c:v>0.10899903018640281</c:v>
                </c:pt>
                <c:pt idx="12">
                  <c:v>0.13061747344467101</c:v>
                </c:pt>
                <c:pt idx="13">
                  <c:v>0.15416599848800719</c:v>
                </c:pt>
                <c:pt idx="14">
                  <c:v>0.17956442387726909</c:v>
                </c:pt>
                <c:pt idx="15">
                  <c:v>0.2067020228631648</c:v>
                </c:pt>
                <c:pt idx="16">
                  <c:v>0.23545088695944349</c:v>
                </c:pt>
                <c:pt idx="17">
                  <c:v>0.26566210777912708</c:v>
                </c:pt>
                <c:pt idx="18">
                  <c:v>0.29716959519827729</c:v>
                </c:pt>
                <c:pt idx="19">
                  <c:v>0.3297958046016512</c:v>
                </c:pt>
                <c:pt idx="20">
                  <c:v>0.36334791871892969</c:v>
                </c:pt>
                <c:pt idx="21">
                  <c:v>0.39762166578848901</c:v>
                </c:pt>
                <c:pt idx="22">
                  <c:v>0.432408955884936</c:v>
                </c:pt>
                <c:pt idx="23">
                  <c:v>0.46749406275533989</c:v>
                </c:pt>
                <c:pt idx="24">
                  <c:v>0.50266316922865462</c:v>
                </c:pt>
                <c:pt idx="25">
                  <c:v>0.53770245813383455</c:v>
                </c:pt>
                <c:pt idx="26">
                  <c:v>0.57240574862737026</c:v>
                </c:pt>
                <c:pt idx="27">
                  <c:v>0.60657449619329096</c:v>
                </c:pt>
                <c:pt idx="28">
                  <c:v>0.64002351988881512</c:v>
                </c:pt>
                <c:pt idx="29">
                  <c:v>0.67257527509869963</c:v>
                </c:pt>
                <c:pt idx="30">
                  <c:v>0.70407130802654405</c:v>
                </c:pt>
                <c:pt idx="31">
                  <c:v>0.73436843753102288</c:v>
                </c:pt>
                <c:pt idx="32">
                  <c:v>0.76334066420776936</c:v>
                </c:pt>
                <c:pt idx="33">
                  <c:v>0.79088298855314521</c:v>
                </c:pt>
                <c:pt idx="34">
                  <c:v>0.81691904729177667</c:v>
                </c:pt>
                <c:pt idx="35">
                  <c:v>0.84139538613090215</c:v>
                </c:pt>
                <c:pt idx="36">
                  <c:v>0.86428336884225665</c:v>
                </c:pt>
                <c:pt idx="37">
                  <c:v>0.88560781349033624</c:v>
                </c:pt>
                <c:pt idx="38">
                  <c:v>0.90540499263094398</c:v>
                </c:pt>
                <c:pt idx="39">
                  <c:v>0.92377036035829685</c:v>
                </c:pt>
                <c:pt idx="40">
                  <c:v>0.94083755240429801</c:v>
                </c:pt>
                <c:pt idx="41">
                  <c:v>0.95674020450085162</c:v>
                </c:pt>
                <c:pt idx="42">
                  <c:v>0.97172649729292193</c:v>
                </c:pt>
                <c:pt idx="43">
                  <c:v>0.98604461142547339</c:v>
                </c:pt>
                <c:pt idx="44">
                  <c:v>1</c:v>
                </c:pt>
                <c:pt idx="45">
                  <c:v>0.98604461142547339</c:v>
                </c:pt>
                <c:pt idx="46">
                  <c:v>0.97172649729292193</c:v>
                </c:pt>
                <c:pt idx="47">
                  <c:v>0.95674020450085162</c:v>
                </c:pt>
                <c:pt idx="48">
                  <c:v>0.94083755240429801</c:v>
                </c:pt>
                <c:pt idx="49">
                  <c:v>0.92377036035829685</c:v>
                </c:pt>
                <c:pt idx="50">
                  <c:v>0.90540499263094398</c:v>
                </c:pt>
                <c:pt idx="51">
                  <c:v>0.88560781349033624</c:v>
                </c:pt>
                <c:pt idx="52">
                  <c:v>0.86428336884225665</c:v>
                </c:pt>
                <c:pt idx="53">
                  <c:v>0.84139538613090215</c:v>
                </c:pt>
                <c:pt idx="54">
                  <c:v>0.81691904729177667</c:v>
                </c:pt>
                <c:pt idx="55">
                  <c:v>0.79088298855314521</c:v>
                </c:pt>
                <c:pt idx="56">
                  <c:v>0.76334066420776936</c:v>
                </c:pt>
                <c:pt idx="57">
                  <c:v>0.73436843753102288</c:v>
                </c:pt>
                <c:pt idx="58">
                  <c:v>0.70407130802654405</c:v>
                </c:pt>
                <c:pt idx="59">
                  <c:v>0.67257527509869963</c:v>
                </c:pt>
                <c:pt idx="60">
                  <c:v>0.64002351988881512</c:v>
                </c:pt>
                <c:pt idx="61">
                  <c:v>0.60657449619329096</c:v>
                </c:pt>
                <c:pt idx="62">
                  <c:v>0.57240574862737026</c:v>
                </c:pt>
                <c:pt idx="63">
                  <c:v>0.53770245813383455</c:v>
                </c:pt>
                <c:pt idx="64">
                  <c:v>0.50266316922865462</c:v>
                </c:pt>
                <c:pt idx="65">
                  <c:v>0.46749406275533989</c:v>
                </c:pt>
                <c:pt idx="66">
                  <c:v>0.432408955884936</c:v>
                </c:pt>
                <c:pt idx="67">
                  <c:v>0.39762166578848901</c:v>
                </c:pt>
                <c:pt idx="68">
                  <c:v>0.36334791871892969</c:v>
                </c:pt>
                <c:pt idx="69">
                  <c:v>0.3297958046016512</c:v>
                </c:pt>
                <c:pt idx="70">
                  <c:v>0.29716959519827729</c:v>
                </c:pt>
                <c:pt idx="71">
                  <c:v>0.26566210777912708</c:v>
                </c:pt>
                <c:pt idx="72">
                  <c:v>0.23545088695944349</c:v>
                </c:pt>
                <c:pt idx="73">
                  <c:v>0.2067020228631648</c:v>
                </c:pt>
                <c:pt idx="74">
                  <c:v>0.17956442387726909</c:v>
                </c:pt>
                <c:pt idx="75">
                  <c:v>0.15416599848800719</c:v>
                </c:pt>
                <c:pt idx="76">
                  <c:v>0.13061747344467101</c:v>
                </c:pt>
                <c:pt idx="77">
                  <c:v>0.10899903018640281</c:v>
                </c:pt>
                <c:pt idx="78">
                  <c:v>8.9366032087848407E-2</c:v>
                </c:pt>
                <c:pt idx="79">
                  <c:v>7.1741388131619802E-2</c:v>
                </c:pt>
                <c:pt idx="80">
                  <c:v>5.611555290829541E-2</c:v>
                </c:pt>
                <c:pt idx="81">
                  <c:v>4.244079937076662E-2</c:v>
                </c:pt>
                <c:pt idx="82">
                  <c:v>3.06808549632312E-2</c:v>
                </c:pt>
                <c:pt idx="83">
                  <c:v>2.0875810405259959E-2</c:v>
                </c:pt>
                <c:pt idx="84">
                  <c:v>1.308675631715206E-2</c:v>
                </c:pt>
                <c:pt idx="85">
                  <c:v>7.265965651798904E-3</c:v>
                </c:pt>
                <c:pt idx="86">
                  <c:v>3.2282574664192461E-3</c:v>
                </c:pt>
                <c:pt idx="87">
                  <c:v>8.1708704649777978E-4</c:v>
                </c:pt>
                <c:pt idx="88">
                  <c:v>0</c:v>
                </c:pt>
              </c:numCache>
            </c:numRef>
          </c:xVal>
          <c:yVal>
            <c:numRef>
              <c:f>'[0.8.xlsx]Cp_Data'!$B$2:$B$90</c:f>
              <c:numCache>
                <c:formatCode>General</c:formatCode>
                <c:ptCount val="89"/>
                <c:pt idx="0">
                  <c:v>0.582538</c:v>
                </c:pt>
                <c:pt idx="1">
                  <c:v>0.25435400000000002</c:v>
                </c:pt>
                <c:pt idx="2">
                  <c:v>-0.14079</c:v>
                </c:pt>
                <c:pt idx="3">
                  <c:v>-0.53345100000000001</c:v>
                </c:pt>
                <c:pt idx="4">
                  <c:v>-0.88875700000000002</c:v>
                </c:pt>
                <c:pt idx="5">
                  <c:v>-1.1678999999999999</c:v>
                </c:pt>
                <c:pt idx="6">
                  <c:v>-1.3330900000000001</c:v>
                </c:pt>
                <c:pt idx="7">
                  <c:v>-1.38733</c:v>
                </c:pt>
                <c:pt idx="8">
                  <c:v>-1.3730599999999999</c:v>
                </c:pt>
                <c:pt idx="9">
                  <c:v>-1.3408</c:v>
                </c:pt>
                <c:pt idx="10">
                  <c:v>-1.3131200000000001</c:v>
                </c:pt>
                <c:pt idx="11">
                  <c:v>-1.29054</c:v>
                </c:pt>
                <c:pt idx="12">
                  <c:v>-1.2728699999999999</c:v>
                </c:pt>
                <c:pt idx="13">
                  <c:v>-1.25634</c:v>
                </c:pt>
                <c:pt idx="14">
                  <c:v>-1.2432300000000001</c:v>
                </c:pt>
                <c:pt idx="15">
                  <c:v>-1.2238</c:v>
                </c:pt>
                <c:pt idx="16">
                  <c:v>-1.1877</c:v>
                </c:pt>
                <c:pt idx="17">
                  <c:v>-1.10205</c:v>
                </c:pt>
                <c:pt idx="18">
                  <c:v>-0.92478899999999997</c:v>
                </c:pt>
                <c:pt idx="19">
                  <c:v>-0.73450099999999996</c:v>
                </c:pt>
                <c:pt idx="20">
                  <c:v>-0.59126900000000004</c:v>
                </c:pt>
                <c:pt idx="21">
                  <c:v>-0.52155399999999996</c:v>
                </c:pt>
                <c:pt idx="22">
                  <c:v>-0.50245799999999996</c:v>
                </c:pt>
                <c:pt idx="23">
                  <c:v>-0.46852199999999999</c:v>
                </c:pt>
                <c:pt idx="24">
                  <c:v>-0.41942800000000002</c:v>
                </c:pt>
                <c:pt idx="25">
                  <c:v>-0.37073699999999998</c:v>
                </c:pt>
                <c:pt idx="26">
                  <c:v>-0.326376</c:v>
                </c:pt>
                <c:pt idx="27">
                  <c:v>-0.28587299999999999</c:v>
                </c:pt>
                <c:pt idx="28">
                  <c:v>-0.249004</c:v>
                </c:pt>
                <c:pt idx="29">
                  <c:v>-0.21563499999999999</c:v>
                </c:pt>
                <c:pt idx="30">
                  <c:v>-0.18549599999999999</c:v>
                </c:pt>
                <c:pt idx="31">
                  <c:v>-0.15823799999999999</c:v>
                </c:pt>
                <c:pt idx="32">
                  <c:v>-0.133547</c:v>
                </c:pt>
                <c:pt idx="33">
                  <c:v>-0.111072</c:v>
                </c:pt>
                <c:pt idx="34">
                  <c:v>-9.0659100000000006E-2</c:v>
                </c:pt>
                <c:pt idx="35">
                  <c:v>-7.1950799999999995E-2</c:v>
                </c:pt>
                <c:pt idx="36">
                  <c:v>-5.5068699999999998E-2</c:v>
                </c:pt>
                <c:pt idx="37">
                  <c:v>-3.9390700000000001E-2</c:v>
                </c:pt>
                <c:pt idx="38">
                  <c:v>-2.5641799999999999E-2</c:v>
                </c:pt>
                <c:pt idx="39">
                  <c:v>-1.2276499999999999E-2</c:v>
                </c:pt>
                <c:pt idx="40">
                  <c:v>-1.55825E-3</c:v>
                </c:pt>
                <c:pt idx="41">
                  <c:v>1.0671399999999999E-2</c:v>
                </c:pt>
                <c:pt idx="42">
                  <c:v>1.7798899999999999E-2</c:v>
                </c:pt>
                <c:pt idx="43">
                  <c:v>3.3803300000000001E-2</c:v>
                </c:pt>
                <c:pt idx="44">
                  <c:v>5.96275E-2</c:v>
                </c:pt>
                <c:pt idx="45">
                  <c:v>5.9658599999999999E-2</c:v>
                </c:pt>
                <c:pt idx="46">
                  <c:v>4.5629599999999999E-2</c:v>
                </c:pt>
                <c:pt idx="47">
                  <c:v>2.9922399999999998E-2</c:v>
                </c:pt>
                <c:pt idx="48">
                  <c:v>1.36753E-2</c:v>
                </c:pt>
                <c:pt idx="49">
                  <c:v>-2.8569400000000001E-3</c:v>
                </c:pt>
                <c:pt idx="50">
                  <c:v>-1.92248E-2</c:v>
                </c:pt>
                <c:pt idx="51">
                  <c:v>-3.5006000000000002E-2</c:v>
                </c:pt>
                <c:pt idx="52">
                  <c:v>-4.9491399999999998E-2</c:v>
                </c:pt>
                <c:pt idx="53">
                  <c:v>-6.2894699999999998E-2</c:v>
                </c:pt>
                <c:pt idx="54">
                  <c:v>-7.5085899999999997E-2</c:v>
                </c:pt>
                <c:pt idx="55">
                  <c:v>-8.6930199999999999E-2</c:v>
                </c:pt>
                <c:pt idx="56">
                  <c:v>-9.8966799999999994E-2</c:v>
                </c:pt>
                <c:pt idx="57">
                  <c:v>-0.11225</c:v>
                </c:pt>
                <c:pt idx="58">
                  <c:v>-0.12726799999999999</c:v>
                </c:pt>
                <c:pt idx="59">
                  <c:v>-0.14446100000000001</c:v>
                </c:pt>
                <c:pt idx="60">
                  <c:v>-0.16341800000000001</c:v>
                </c:pt>
                <c:pt idx="61">
                  <c:v>-0.183198</c:v>
                </c:pt>
                <c:pt idx="62">
                  <c:v>-0.20195299999999999</c:v>
                </c:pt>
                <c:pt idx="63">
                  <c:v>-0.217361</c:v>
                </c:pt>
                <c:pt idx="64">
                  <c:v>-0.22689100000000001</c:v>
                </c:pt>
                <c:pt idx="65">
                  <c:v>-0.22866300000000001</c:v>
                </c:pt>
                <c:pt idx="66">
                  <c:v>-0.22190199999999999</c:v>
                </c:pt>
                <c:pt idx="67">
                  <c:v>-0.207204</c:v>
                </c:pt>
                <c:pt idx="68">
                  <c:v>-0.18606300000000001</c:v>
                </c:pt>
                <c:pt idx="69">
                  <c:v>-0.16033</c:v>
                </c:pt>
                <c:pt idx="70">
                  <c:v>-0.13186200000000001</c:v>
                </c:pt>
                <c:pt idx="71">
                  <c:v>-0.10223699999999999</c:v>
                </c:pt>
                <c:pt idx="72">
                  <c:v>-7.2387800000000002E-2</c:v>
                </c:pt>
                <c:pt idx="73">
                  <c:v>-4.2588800000000003E-2</c:v>
                </c:pt>
                <c:pt idx="74">
                  <c:v>-1.2541099999999999E-2</c:v>
                </c:pt>
                <c:pt idx="75">
                  <c:v>1.83958E-2</c:v>
                </c:pt>
                <c:pt idx="76">
                  <c:v>5.0981699999999998E-2</c:v>
                </c:pt>
                <c:pt idx="77">
                  <c:v>8.5770899999999997E-2</c:v>
                </c:pt>
                <c:pt idx="78">
                  <c:v>0.122597</c:v>
                </c:pt>
                <c:pt idx="79">
                  <c:v>0.161359</c:v>
                </c:pt>
                <c:pt idx="80">
                  <c:v>0.195356</c:v>
                </c:pt>
                <c:pt idx="81">
                  <c:v>0.213199</c:v>
                </c:pt>
                <c:pt idx="82">
                  <c:v>0.243058</c:v>
                </c:pt>
                <c:pt idx="83">
                  <c:v>0.34218199999999999</c:v>
                </c:pt>
                <c:pt idx="84">
                  <c:v>0.51236300000000001</c:v>
                </c:pt>
                <c:pt idx="85">
                  <c:v>0.68925400000000003</c:v>
                </c:pt>
                <c:pt idx="86">
                  <c:v>0.80218699999999998</c:v>
                </c:pt>
                <c:pt idx="87">
                  <c:v>0.78171599999999997</c:v>
                </c:pt>
                <c:pt idx="88">
                  <c:v>0.582538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07F-4D4B-A3E9-366DFCA5E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</c:scaling>
        <c:delete val="0"/>
        <c:axPos val="t"/>
        <c:majorGridlines>
          <c:spPr>
            <a:ln>
              <a:solidFill>
                <a:srgbClr val="D9D9D9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X/C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high"/>
        <c:crossAx val="50010002"/>
        <c:crosses val="autoZero"/>
        <c:crossBetween val="midCat"/>
      </c:valAx>
      <c:valAx>
        <c:axId val="50010002"/>
        <c:scaling>
          <c:orientation val="maxMin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Cp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baseline="0">
                <a:latin typeface="맑은 고딕"/>
              </a:defRPr>
            </a:pPr>
            <a:r>
              <a:rPr lang="en-US" sz="1400" b="1" baseline="0">
                <a:latin typeface="맑은 고딕"/>
              </a:rPr>
              <a:t>Section 90%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'[0.9.xlsx]Cp_Data'!$A$2:$A$94</c:f>
              <c:numCache>
                <c:formatCode>General</c:formatCode>
                <c:ptCount val="93"/>
                <c:pt idx="0">
                  <c:v>0</c:v>
                </c:pt>
                <c:pt idx="1">
                  <c:v>8.1674428125487583E-4</c:v>
                </c:pt>
                <c:pt idx="2">
                  <c:v>3.2301315183459771E-3</c:v>
                </c:pt>
                <c:pt idx="3">
                  <c:v>7.2647254490558824E-3</c:v>
                </c:pt>
                <c:pt idx="4">
                  <c:v>1.3086331303413299E-2</c:v>
                </c:pt>
                <c:pt idx="5">
                  <c:v>1.8312266516554959E-2</c:v>
                </c:pt>
                <c:pt idx="6">
                  <c:v>2.0875083158487361E-2</c:v>
                </c:pt>
                <c:pt idx="7">
                  <c:v>3.068010848984187E-2</c:v>
                </c:pt>
                <c:pt idx="8">
                  <c:v>4.2442044931170417E-2</c:v>
                </c:pt>
                <c:pt idx="9">
                  <c:v>5.6117905941354011E-2</c:v>
                </c:pt>
                <c:pt idx="10">
                  <c:v>7.1742490148917593E-2</c:v>
                </c:pt>
                <c:pt idx="11">
                  <c:v>8.9366972007573764E-2</c:v>
                </c:pt>
                <c:pt idx="12">
                  <c:v>0.10899953942991659</c:v>
                </c:pt>
                <c:pt idx="13">
                  <c:v>0.13061767565631241</c:v>
                </c:pt>
                <c:pt idx="14">
                  <c:v>0.15416815925489999</c:v>
                </c:pt>
                <c:pt idx="15">
                  <c:v>0.17956501714344189</c:v>
                </c:pt>
                <c:pt idx="16">
                  <c:v>0.20670385343636449</c:v>
                </c:pt>
                <c:pt idx="17">
                  <c:v>0.23545366153216321</c:v>
                </c:pt>
                <c:pt idx="18">
                  <c:v>0.26566501202599663</c:v>
                </c:pt>
                <c:pt idx="19">
                  <c:v>0.29717209968783581</c:v>
                </c:pt>
                <c:pt idx="20">
                  <c:v>0.32979888439690908</c:v>
                </c:pt>
                <c:pt idx="21">
                  <c:v>0.36335090322910812</c:v>
                </c:pt>
                <c:pt idx="22">
                  <c:v>0.3976255053477305</c:v>
                </c:pt>
                <c:pt idx="23">
                  <c:v>0.43241185200347992</c:v>
                </c:pt>
                <c:pt idx="24">
                  <c:v>0.46749910444705989</c:v>
                </c:pt>
                <c:pt idx="25">
                  <c:v>0.50266823601658039</c:v>
                </c:pt>
                <c:pt idx="26">
                  <c:v>0.53770840796274511</c:v>
                </c:pt>
                <c:pt idx="27">
                  <c:v>0.57241082851440572</c:v>
                </c:pt>
                <c:pt idx="28">
                  <c:v>0.60658103474745406</c:v>
                </c:pt>
                <c:pt idx="29">
                  <c:v>0.64002661071593059</c:v>
                </c:pt>
                <c:pt idx="30">
                  <c:v>0.67257970421165747</c:v>
                </c:pt>
                <c:pt idx="31">
                  <c:v>0.70407451000460564</c:v>
                </c:pt>
                <c:pt idx="32">
                  <c:v>0.7343718335806767</c:v>
                </c:pt>
                <c:pt idx="33">
                  <c:v>0.7633427153165141</c:v>
                </c:pt>
                <c:pt idx="34">
                  <c:v>0.79088071234839563</c:v>
                </c:pt>
                <c:pt idx="35">
                  <c:v>0.81691827439742093</c:v>
                </c:pt>
                <c:pt idx="36">
                  <c:v>0.83728570697507787</c:v>
                </c:pt>
                <c:pt idx="37">
                  <c:v>0.84140013305357964</c:v>
                </c:pt>
                <c:pt idx="38">
                  <c:v>0.86428534875390195</c:v>
                </c:pt>
                <c:pt idx="39">
                  <c:v>0.88561486106135834</c:v>
                </c:pt>
                <c:pt idx="40">
                  <c:v>0.90540913975743287</c:v>
                </c:pt>
                <c:pt idx="41">
                  <c:v>0.92377053374955231</c:v>
                </c:pt>
                <c:pt idx="42">
                  <c:v>0.94082186172662607</c:v>
                </c:pt>
                <c:pt idx="43">
                  <c:v>0.95674735172202019</c:v>
                </c:pt>
                <c:pt idx="44">
                  <c:v>0.97171076198761586</c:v>
                </c:pt>
                <c:pt idx="45">
                  <c:v>0.98603960902717358</c:v>
                </c:pt>
                <c:pt idx="46">
                  <c:v>1</c:v>
                </c:pt>
                <c:pt idx="47">
                  <c:v>0.98603960902717358</c:v>
                </c:pt>
                <c:pt idx="48">
                  <c:v>0.97171076198761586</c:v>
                </c:pt>
                <c:pt idx="49">
                  <c:v>0.95674735172202019</c:v>
                </c:pt>
                <c:pt idx="50">
                  <c:v>0.94082186172662607</c:v>
                </c:pt>
                <c:pt idx="51">
                  <c:v>0.92377053374955231</c:v>
                </c:pt>
                <c:pt idx="52">
                  <c:v>0.90540913975743287</c:v>
                </c:pt>
                <c:pt idx="53">
                  <c:v>0.88561486106135834</c:v>
                </c:pt>
                <c:pt idx="54">
                  <c:v>0.86428534875390195</c:v>
                </c:pt>
                <c:pt idx="55">
                  <c:v>0.84140013305357964</c:v>
                </c:pt>
                <c:pt idx="56">
                  <c:v>0.83728570697507787</c:v>
                </c:pt>
                <c:pt idx="57">
                  <c:v>0.81691827439742093</c:v>
                </c:pt>
                <c:pt idx="58">
                  <c:v>0.79088071234839563</c:v>
                </c:pt>
                <c:pt idx="59">
                  <c:v>0.7633427153165141</c:v>
                </c:pt>
                <c:pt idx="60">
                  <c:v>0.7343718335806767</c:v>
                </c:pt>
                <c:pt idx="61">
                  <c:v>0.70407451000460564</c:v>
                </c:pt>
                <c:pt idx="62">
                  <c:v>0.67257970421165747</c:v>
                </c:pt>
                <c:pt idx="63">
                  <c:v>0.64002661071593059</c:v>
                </c:pt>
                <c:pt idx="64">
                  <c:v>0.60658103474745406</c:v>
                </c:pt>
                <c:pt idx="65">
                  <c:v>0.57241082851440572</c:v>
                </c:pt>
                <c:pt idx="66">
                  <c:v>0.53770840796274511</c:v>
                </c:pt>
                <c:pt idx="67">
                  <c:v>0.50266823601658039</c:v>
                </c:pt>
                <c:pt idx="68">
                  <c:v>0.46749910444705989</c:v>
                </c:pt>
                <c:pt idx="69">
                  <c:v>0.43241185200347992</c:v>
                </c:pt>
                <c:pt idx="70">
                  <c:v>0.3976255053477305</c:v>
                </c:pt>
                <c:pt idx="71">
                  <c:v>0.36335090322910812</c:v>
                </c:pt>
                <c:pt idx="72">
                  <c:v>0.32979888439690908</c:v>
                </c:pt>
                <c:pt idx="73">
                  <c:v>0.29717209968783581</c:v>
                </c:pt>
                <c:pt idx="74">
                  <c:v>0.26566501202599663</c:v>
                </c:pt>
                <c:pt idx="75">
                  <c:v>0.23545366153216321</c:v>
                </c:pt>
                <c:pt idx="76">
                  <c:v>0.20670385343636449</c:v>
                </c:pt>
                <c:pt idx="77">
                  <c:v>0.17956501714344189</c:v>
                </c:pt>
                <c:pt idx="78">
                  <c:v>0.15416815925489999</c:v>
                </c:pt>
                <c:pt idx="79">
                  <c:v>0.13061767565631241</c:v>
                </c:pt>
                <c:pt idx="80">
                  <c:v>0.10899953942991659</c:v>
                </c:pt>
                <c:pt idx="81">
                  <c:v>8.9366972007573764E-2</c:v>
                </c:pt>
                <c:pt idx="82">
                  <c:v>7.1742490148917593E-2</c:v>
                </c:pt>
                <c:pt idx="83">
                  <c:v>5.6117905941354011E-2</c:v>
                </c:pt>
                <c:pt idx="84">
                  <c:v>4.2442044931170417E-2</c:v>
                </c:pt>
                <c:pt idx="85">
                  <c:v>3.068010848984187E-2</c:v>
                </c:pt>
                <c:pt idx="86">
                  <c:v>2.0875083158487361E-2</c:v>
                </c:pt>
                <c:pt idx="87">
                  <c:v>1.8312266516554959E-2</c:v>
                </c:pt>
                <c:pt idx="88">
                  <c:v>1.3086331303413299E-2</c:v>
                </c:pt>
                <c:pt idx="89">
                  <c:v>7.2647254490558824E-3</c:v>
                </c:pt>
                <c:pt idx="90">
                  <c:v>3.2301315183459771E-3</c:v>
                </c:pt>
                <c:pt idx="91">
                  <c:v>8.1674428125487583E-4</c:v>
                </c:pt>
                <c:pt idx="92">
                  <c:v>0</c:v>
                </c:pt>
              </c:numCache>
            </c:numRef>
          </c:xVal>
          <c:yVal>
            <c:numRef>
              <c:f>'[0.9.xlsx]Cp_Data'!$B$2:$B$94</c:f>
              <c:numCache>
                <c:formatCode>General</c:formatCode>
                <c:ptCount val="93"/>
                <c:pt idx="0">
                  <c:v>0.55128900000000003</c:v>
                </c:pt>
                <c:pt idx="1">
                  <c:v>0.24228</c:v>
                </c:pt>
                <c:pt idx="2">
                  <c:v>-0.14655799999999999</c:v>
                </c:pt>
                <c:pt idx="3">
                  <c:v>-0.542937</c:v>
                </c:pt>
                <c:pt idx="4">
                  <c:v>-0.89819700000000002</c:v>
                </c:pt>
                <c:pt idx="5">
                  <c:v>-1.0846100000000001</c:v>
                </c:pt>
                <c:pt idx="6">
                  <c:v>-1.17597</c:v>
                </c:pt>
                <c:pt idx="7">
                  <c:v>-1.3405899999999999</c:v>
                </c:pt>
                <c:pt idx="8">
                  <c:v>-1.3955299999999999</c:v>
                </c:pt>
                <c:pt idx="9">
                  <c:v>-1.38253</c:v>
                </c:pt>
                <c:pt idx="10">
                  <c:v>-1.3513500000000001</c:v>
                </c:pt>
                <c:pt idx="11">
                  <c:v>-1.32646</c:v>
                </c:pt>
                <c:pt idx="12">
                  <c:v>-1.3089900000000001</c:v>
                </c:pt>
                <c:pt idx="13">
                  <c:v>-1.28942</c:v>
                </c:pt>
                <c:pt idx="14">
                  <c:v>-1.2519100000000001</c:v>
                </c:pt>
                <c:pt idx="15">
                  <c:v>-1.13767</c:v>
                </c:pt>
                <c:pt idx="16">
                  <c:v>-0.90186200000000005</c:v>
                </c:pt>
                <c:pt idx="17">
                  <c:v>-0.68230999999999997</c:v>
                </c:pt>
                <c:pt idx="18">
                  <c:v>-0.55312099999999997</c:v>
                </c:pt>
                <c:pt idx="19">
                  <c:v>-0.50222599999999995</c:v>
                </c:pt>
                <c:pt idx="20">
                  <c:v>-0.48858200000000002</c:v>
                </c:pt>
                <c:pt idx="21">
                  <c:v>-0.47772599999999998</c:v>
                </c:pt>
                <c:pt idx="22">
                  <c:v>-0.45989099999999999</c:v>
                </c:pt>
                <c:pt idx="23">
                  <c:v>-0.428257</c:v>
                </c:pt>
                <c:pt idx="24">
                  <c:v>-0.390488</c:v>
                </c:pt>
                <c:pt idx="25">
                  <c:v>-0.35246699999999997</c:v>
                </c:pt>
                <c:pt idx="26">
                  <c:v>-0.31747799999999998</c:v>
                </c:pt>
                <c:pt idx="27">
                  <c:v>-0.28458899999999998</c:v>
                </c:pt>
                <c:pt idx="28">
                  <c:v>-0.25478600000000001</c:v>
                </c:pt>
                <c:pt idx="29">
                  <c:v>-0.22822899999999999</c:v>
                </c:pt>
                <c:pt idx="30">
                  <c:v>-0.20452799999999999</c:v>
                </c:pt>
                <c:pt idx="31">
                  <c:v>-0.183084</c:v>
                </c:pt>
                <c:pt idx="32">
                  <c:v>-0.163606</c:v>
                </c:pt>
                <c:pt idx="33">
                  <c:v>-0.14599500000000001</c:v>
                </c:pt>
                <c:pt idx="34">
                  <c:v>-0.13006699999999999</c:v>
                </c:pt>
                <c:pt idx="35">
                  <c:v>-0.11590499999999999</c:v>
                </c:pt>
                <c:pt idx="36">
                  <c:v>-0.105217</c:v>
                </c:pt>
                <c:pt idx="37">
                  <c:v>-0.10312399999999999</c:v>
                </c:pt>
                <c:pt idx="38">
                  <c:v>-9.2390200000000006E-2</c:v>
                </c:pt>
                <c:pt idx="39">
                  <c:v>-8.2286899999999996E-2</c:v>
                </c:pt>
                <c:pt idx="40">
                  <c:v>-7.4338799999999997E-2</c:v>
                </c:pt>
                <c:pt idx="41">
                  <c:v>-6.5364000000000005E-2</c:v>
                </c:pt>
                <c:pt idx="42">
                  <c:v>-6.00674E-2</c:v>
                </c:pt>
                <c:pt idx="43">
                  <c:v>-4.9586699999999997E-2</c:v>
                </c:pt>
                <c:pt idx="44">
                  <c:v>-4.7515799999999997E-2</c:v>
                </c:pt>
                <c:pt idx="45">
                  <c:v>-2.6386400000000001E-2</c:v>
                </c:pt>
                <c:pt idx="46">
                  <c:v>-6.5189100000000002E-3</c:v>
                </c:pt>
                <c:pt idx="47">
                  <c:v>5.5975599999999997E-3</c:v>
                </c:pt>
                <c:pt idx="48">
                  <c:v>-2.8589399999999999E-3</c:v>
                </c:pt>
                <c:pt idx="49">
                  <c:v>-1.2809299999999999E-2</c:v>
                </c:pt>
                <c:pt idx="50">
                  <c:v>-2.3751399999999999E-2</c:v>
                </c:pt>
                <c:pt idx="51">
                  <c:v>-3.5037800000000001E-2</c:v>
                </c:pt>
                <c:pt idx="52">
                  <c:v>-4.6195E-2</c:v>
                </c:pt>
                <c:pt idx="53">
                  <c:v>-5.6941400000000003E-2</c:v>
                </c:pt>
                <c:pt idx="54">
                  <c:v>-6.6518099999999997E-2</c:v>
                </c:pt>
                <c:pt idx="55">
                  <c:v>-7.5386099999999998E-2</c:v>
                </c:pt>
                <c:pt idx="56">
                  <c:v>-7.67259E-2</c:v>
                </c:pt>
                <c:pt idx="57">
                  <c:v>-8.3705699999999994E-2</c:v>
                </c:pt>
                <c:pt idx="58">
                  <c:v>-9.2253600000000005E-2</c:v>
                </c:pt>
                <c:pt idx="59">
                  <c:v>-0.101435</c:v>
                </c:pt>
                <c:pt idx="60">
                  <c:v>-0.1124</c:v>
                </c:pt>
                <c:pt idx="61">
                  <c:v>-0.12564500000000001</c:v>
                </c:pt>
                <c:pt idx="62">
                  <c:v>-0.141738</c:v>
                </c:pt>
                <c:pt idx="63">
                  <c:v>-0.160466</c:v>
                </c:pt>
                <c:pt idx="64">
                  <c:v>-0.18134500000000001</c:v>
                </c:pt>
                <c:pt idx="65">
                  <c:v>-0.20314599999999999</c:v>
                </c:pt>
                <c:pt idx="66">
                  <c:v>-0.22403000000000001</c:v>
                </c:pt>
                <c:pt idx="67">
                  <c:v>-0.241532</c:v>
                </c:pt>
                <c:pt idx="68">
                  <c:v>-0.25331399999999998</c:v>
                </c:pt>
                <c:pt idx="69">
                  <c:v>-0.25758799999999998</c:v>
                </c:pt>
                <c:pt idx="70">
                  <c:v>-0.25375399999999998</c:v>
                </c:pt>
                <c:pt idx="71">
                  <c:v>-0.242311</c:v>
                </c:pt>
                <c:pt idx="72">
                  <c:v>-0.22453400000000001</c:v>
                </c:pt>
                <c:pt idx="73">
                  <c:v>-0.20186200000000001</c:v>
                </c:pt>
                <c:pt idx="74">
                  <c:v>-0.17565900000000001</c:v>
                </c:pt>
                <c:pt idx="75">
                  <c:v>-0.14688300000000001</c:v>
                </c:pt>
                <c:pt idx="76">
                  <c:v>-0.11602999999999999</c:v>
                </c:pt>
                <c:pt idx="77">
                  <c:v>-8.3281400000000005E-2</c:v>
                </c:pt>
                <c:pt idx="78">
                  <c:v>-4.8531199999999997E-2</c:v>
                </c:pt>
                <c:pt idx="79">
                  <c:v>-1.1480000000000001E-2</c:v>
                </c:pt>
                <c:pt idx="80">
                  <c:v>2.8017199999999999E-2</c:v>
                </c:pt>
                <c:pt idx="81">
                  <c:v>6.9480399999999998E-2</c:v>
                </c:pt>
                <c:pt idx="82">
                  <c:v>0.112563</c:v>
                </c:pt>
                <c:pt idx="83">
                  <c:v>0.15019299999999999</c:v>
                </c:pt>
                <c:pt idx="84">
                  <c:v>0.17063</c:v>
                </c:pt>
                <c:pt idx="85">
                  <c:v>0.203463</c:v>
                </c:pt>
                <c:pt idx="86">
                  <c:v>0.30704999999999999</c:v>
                </c:pt>
                <c:pt idx="87">
                  <c:v>0.36477500000000002</c:v>
                </c:pt>
                <c:pt idx="88">
                  <c:v>0.48230299999999998</c:v>
                </c:pt>
                <c:pt idx="89">
                  <c:v>0.66286500000000004</c:v>
                </c:pt>
                <c:pt idx="90">
                  <c:v>0.77929400000000004</c:v>
                </c:pt>
                <c:pt idx="91">
                  <c:v>0.75685400000000003</c:v>
                </c:pt>
                <c:pt idx="92">
                  <c:v>0.55128900000000003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5E5-4EFE-AD5A-6F5EB806C9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</c:scaling>
        <c:delete val="0"/>
        <c:axPos val="t"/>
        <c:majorGridlines>
          <c:spPr>
            <a:ln>
              <a:solidFill>
                <a:srgbClr val="D9D9D9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X/C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high"/>
        <c:crossAx val="50010002"/>
        <c:crosses val="autoZero"/>
        <c:crossBetween val="midCat"/>
      </c:valAx>
      <c:valAx>
        <c:axId val="50010002"/>
        <c:scaling>
          <c:orientation val="maxMin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Cp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baseline="0">
                <a:latin typeface="맑은 고딕"/>
              </a:defRPr>
            </a:pPr>
            <a:r>
              <a:rPr lang="en-US" sz="1400" b="1" baseline="0">
                <a:latin typeface="맑은 고딕"/>
              </a:rPr>
              <a:t>Section 99%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'[0.99.xlsx]Cp_Data'!$A$2:$A$98</c:f>
              <c:numCache>
                <c:formatCode>General</c:formatCode>
                <c:ptCount val="97"/>
                <c:pt idx="0">
                  <c:v>0</c:v>
                </c:pt>
                <c:pt idx="1">
                  <c:v>8.1662857192889998E-4</c:v>
                </c:pt>
                <c:pt idx="2">
                  <c:v>2.638170051406027E-3</c:v>
                </c:pt>
                <c:pt idx="3">
                  <c:v>3.229295291140136E-3</c:v>
                </c:pt>
                <c:pt idx="4">
                  <c:v>7.2642723905105627E-3</c:v>
                </c:pt>
                <c:pt idx="5">
                  <c:v>1.3085761325521739E-2</c:v>
                </c:pt>
                <c:pt idx="6">
                  <c:v>2.087547837357355E-2</c:v>
                </c:pt>
                <c:pt idx="7">
                  <c:v>3.0681589294940779E-2</c:v>
                </c:pt>
                <c:pt idx="8">
                  <c:v>4.244060286017038E-2</c:v>
                </c:pt>
                <c:pt idx="9">
                  <c:v>5.6117489425426242E-2</c:v>
                </c:pt>
                <c:pt idx="10">
                  <c:v>7.1742899929065074E-2</c:v>
                </c:pt>
                <c:pt idx="11">
                  <c:v>8.9367189484101023E-2</c:v>
                </c:pt>
                <c:pt idx="12">
                  <c:v>0.1090013048542329</c:v>
                </c:pt>
                <c:pt idx="13">
                  <c:v>0.13061897380658369</c:v>
                </c:pt>
                <c:pt idx="14">
                  <c:v>0.15267670265962571</c:v>
                </c:pt>
                <c:pt idx="15">
                  <c:v>0.15416984122813929</c:v>
                </c:pt>
                <c:pt idx="16">
                  <c:v>0.17956633300930919</c:v>
                </c:pt>
                <c:pt idx="17">
                  <c:v>0.2067055495713247</c:v>
                </c:pt>
                <c:pt idx="18">
                  <c:v>0.23545612974980079</c:v>
                </c:pt>
                <c:pt idx="19">
                  <c:v>0.26566700820569411</c:v>
                </c:pt>
                <c:pt idx="20">
                  <c:v>0.29717617283626258</c:v>
                </c:pt>
                <c:pt idx="21">
                  <c:v>0.32980409671684657</c:v>
                </c:pt>
                <c:pt idx="22">
                  <c:v>0.36335592745360762</c:v>
                </c:pt>
                <c:pt idx="23">
                  <c:v>0.39763024459448798</c:v>
                </c:pt>
                <c:pt idx="24">
                  <c:v>0.43241905962921112</c:v>
                </c:pt>
                <c:pt idx="25">
                  <c:v>0.46750562663654133</c:v>
                </c:pt>
                <c:pt idx="26">
                  <c:v>0.50267538904798181</c:v>
                </c:pt>
                <c:pt idx="27">
                  <c:v>0.53771379029503719</c:v>
                </c:pt>
                <c:pt idx="28">
                  <c:v>0.57241940992564955</c:v>
                </c:pt>
                <c:pt idx="29">
                  <c:v>0.60658863813502184</c:v>
                </c:pt>
                <c:pt idx="30">
                  <c:v>0.62446908196060902</c:v>
                </c:pt>
                <c:pt idx="31">
                  <c:v>0.64003537994027448</c:v>
                </c:pt>
                <c:pt idx="32">
                  <c:v>0.67258886582770672</c:v>
                </c:pt>
                <c:pt idx="33">
                  <c:v>0.70408708369457673</c:v>
                </c:pt>
                <c:pt idx="34">
                  <c:v>0.73438772561279964</c:v>
                </c:pt>
                <c:pt idx="35">
                  <c:v>0.76335286235977196</c:v>
                </c:pt>
                <c:pt idx="36">
                  <c:v>0.79089491982590276</c:v>
                </c:pt>
                <c:pt idx="37">
                  <c:v>0.81692632390160169</c:v>
                </c:pt>
                <c:pt idx="38">
                  <c:v>0.84140328753207394</c:v>
                </c:pt>
                <c:pt idx="39">
                  <c:v>0.86430391718992172</c:v>
                </c:pt>
                <c:pt idx="40">
                  <c:v>0.88562821287514548</c:v>
                </c:pt>
                <c:pt idx="41">
                  <c:v>0.90541996164253968</c:v>
                </c:pt>
                <c:pt idx="42">
                  <c:v>0.92378863112909304</c:v>
                </c:pt>
                <c:pt idx="43">
                  <c:v>0.94036203136904617</c:v>
                </c:pt>
                <c:pt idx="44">
                  <c:v>0.94084368897179227</c:v>
                </c:pt>
                <c:pt idx="45">
                  <c:v>0.95676028338981878</c:v>
                </c:pt>
                <c:pt idx="46">
                  <c:v>0.97173545612974987</c:v>
                </c:pt>
                <c:pt idx="47">
                  <c:v>0.98605382304775424</c:v>
                </c:pt>
                <c:pt idx="48">
                  <c:v>1</c:v>
                </c:pt>
                <c:pt idx="49">
                  <c:v>0.98605382304775424</c:v>
                </c:pt>
                <c:pt idx="50">
                  <c:v>0.97173545612974987</c:v>
                </c:pt>
                <c:pt idx="51">
                  <c:v>0.95676028338981878</c:v>
                </c:pt>
                <c:pt idx="52">
                  <c:v>0.94084368897179227</c:v>
                </c:pt>
                <c:pt idx="53">
                  <c:v>0.94036203136904617</c:v>
                </c:pt>
                <c:pt idx="54">
                  <c:v>0.92378863112909304</c:v>
                </c:pt>
                <c:pt idx="55">
                  <c:v>0.90541996164253968</c:v>
                </c:pt>
                <c:pt idx="56">
                  <c:v>0.88562821287514548</c:v>
                </c:pt>
                <c:pt idx="57">
                  <c:v>0.86430391718992172</c:v>
                </c:pt>
                <c:pt idx="58">
                  <c:v>0.84140328753207394</c:v>
                </c:pt>
                <c:pt idx="59">
                  <c:v>0.81692632390160169</c:v>
                </c:pt>
                <c:pt idx="60">
                  <c:v>0.79089491982590276</c:v>
                </c:pt>
                <c:pt idx="61">
                  <c:v>0.76335286235977196</c:v>
                </c:pt>
                <c:pt idx="62">
                  <c:v>0.73438772561279964</c:v>
                </c:pt>
                <c:pt idx="63">
                  <c:v>0.70408708369457673</c:v>
                </c:pt>
                <c:pt idx="64">
                  <c:v>0.67258886582770672</c:v>
                </c:pt>
                <c:pt idx="65">
                  <c:v>0.64003537994027448</c:v>
                </c:pt>
                <c:pt idx="66">
                  <c:v>0.62446908196060902</c:v>
                </c:pt>
                <c:pt idx="67">
                  <c:v>0.60658863813502184</c:v>
                </c:pt>
                <c:pt idx="68">
                  <c:v>0.57241940992564955</c:v>
                </c:pt>
                <c:pt idx="69">
                  <c:v>0.53771379029503719</c:v>
                </c:pt>
                <c:pt idx="70">
                  <c:v>0.50267538904798181</c:v>
                </c:pt>
                <c:pt idx="71">
                  <c:v>0.46750562663654133</c:v>
                </c:pt>
                <c:pt idx="72">
                  <c:v>0.43241905962921112</c:v>
                </c:pt>
                <c:pt idx="73">
                  <c:v>0.39763024459448798</c:v>
                </c:pt>
                <c:pt idx="74">
                  <c:v>0.36335592745360762</c:v>
                </c:pt>
                <c:pt idx="75">
                  <c:v>0.32980409671684657</c:v>
                </c:pt>
                <c:pt idx="76">
                  <c:v>0.29717617283626258</c:v>
                </c:pt>
                <c:pt idx="77">
                  <c:v>0.26566700820569411</c:v>
                </c:pt>
                <c:pt idx="78">
                  <c:v>0.23545612974980079</c:v>
                </c:pt>
                <c:pt idx="79">
                  <c:v>0.2067055495713247</c:v>
                </c:pt>
                <c:pt idx="80">
                  <c:v>0.17956633300930919</c:v>
                </c:pt>
                <c:pt idx="81">
                  <c:v>0.15416984122813929</c:v>
                </c:pt>
                <c:pt idx="82">
                  <c:v>0.15267670265962571</c:v>
                </c:pt>
                <c:pt idx="83">
                  <c:v>0.13061897380658369</c:v>
                </c:pt>
                <c:pt idx="84">
                  <c:v>0.1090013048542329</c:v>
                </c:pt>
                <c:pt idx="85">
                  <c:v>8.9367189484101023E-2</c:v>
                </c:pt>
                <c:pt idx="86">
                  <c:v>7.1742899929065074E-2</c:v>
                </c:pt>
                <c:pt idx="87">
                  <c:v>5.6117489425426242E-2</c:v>
                </c:pt>
                <c:pt idx="88">
                  <c:v>4.244060286017038E-2</c:v>
                </c:pt>
                <c:pt idx="89">
                  <c:v>3.0681589294940779E-2</c:v>
                </c:pt>
                <c:pt idx="90">
                  <c:v>2.087547837357355E-2</c:v>
                </c:pt>
                <c:pt idx="91">
                  <c:v>1.3085761325521739E-2</c:v>
                </c:pt>
                <c:pt idx="92">
                  <c:v>7.2642723905105627E-3</c:v>
                </c:pt>
                <c:pt idx="93">
                  <c:v>3.229295291140136E-3</c:v>
                </c:pt>
                <c:pt idx="94">
                  <c:v>2.638170051406027E-3</c:v>
                </c:pt>
                <c:pt idx="95">
                  <c:v>8.1662857192889998E-4</c:v>
                </c:pt>
                <c:pt idx="96">
                  <c:v>0</c:v>
                </c:pt>
              </c:numCache>
            </c:numRef>
          </c:xVal>
          <c:yVal>
            <c:numRef>
              <c:f>'[0.99.xlsx]Cp_Data'!$B$2:$B$98</c:f>
              <c:numCache>
                <c:formatCode>General</c:formatCode>
                <c:ptCount val="97"/>
                <c:pt idx="0">
                  <c:v>0.71082699999999999</c:v>
                </c:pt>
                <c:pt idx="1">
                  <c:v>0.201151</c:v>
                </c:pt>
                <c:pt idx="2">
                  <c:v>-5.03218E-2</c:v>
                </c:pt>
                <c:pt idx="3">
                  <c:v>-0.12708</c:v>
                </c:pt>
                <c:pt idx="4">
                  <c:v>-0.49631599999999998</c:v>
                </c:pt>
                <c:pt idx="5">
                  <c:v>-0.850823</c:v>
                </c:pt>
                <c:pt idx="6">
                  <c:v>-1.1388</c:v>
                </c:pt>
                <c:pt idx="7">
                  <c:v>-1.31274</c:v>
                </c:pt>
                <c:pt idx="8">
                  <c:v>-1.37721</c:v>
                </c:pt>
                <c:pt idx="9">
                  <c:v>-1.3738999999999999</c:v>
                </c:pt>
                <c:pt idx="10">
                  <c:v>-1.345</c:v>
                </c:pt>
                <c:pt idx="11">
                  <c:v>-1.30653</c:v>
                </c:pt>
                <c:pt idx="12">
                  <c:v>-1.2378800000000001</c:v>
                </c:pt>
                <c:pt idx="13">
                  <c:v>-1.07324</c:v>
                </c:pt>
                <c:pt idx="14">
                  <c:v>-0.84274700000000002</c:v>
                </c:pt>
                <c:pt idx="15">
                  <c:v>-0.82673600000000003</c:v>
                </c:pt>
                <c:pt idx="16">
                  <c:v>-0.67651300000000003</c:v>
                </c:pt>
                <c:pt idx="17">
                  <c:v>-0.62007400000000001</c:v>
                </c:pt>
                <c:pt idx="18">
                  <c:v>-0.58187999999999995</c:v>
                </c:pt>
                <c:pt idx="19">
                  <c:v>-0.53762500000000002</c:v>
                </c:pt>
                <c:pt idx="20">
                  <c:v>-0.49533700000000003</c:v>
                </c:pt>
                <c:pt idx="21">
                  <c:v>-0.45288400000000001</c:v>
                </c:pt>
                <c:pt idx="22">
                  <c:v>-0.41060999999999998</c:v>
                </c:pt>
                <c:pt idx="23">
                  <c:v>-0.371479</c:v>
                </c:pt>
                <c:pt idx="24">
                  <c:v>-0.33411000000000002</c:v>
                </c:pt>
                <c:pt idx="25">
                  <c:v>-0.29994700000000002</c:v>
                </c:pt>
                <c:pt idx="26">
                  <c:v>-0.27005899999999999</c:v>
                </c:pt>
                <c:pt idx="27">
                  <c:v>-0.24630199999999999</c:v>
                </c:pt>
                <c:pt idx="28">
                  <c:v>-0.229023</c:v>
                </c:pt>
                <c:pt idx="29">
                  <c:v>-0.216752</c:v>
                </c:pt>
                <c:pt idx="30">
                  <c:v>-0.211309</c:v>
                </c:pt>
                <c:pt idx="31">
                  <c:v>-0.20610999999999999</c:v>
                </c:pt>
                <c:pt idx="32">
                  <c:v>-0.194077</c:v>
                </c:pt>
                <c:pt idx="33">
                  <c:v>-0.181394</c:v>
                </c:pt>
                <c:pt idx="34">
                  <c:v>-0.168769</c:v>
                </c:pt>
                <c:pt idx="35">
                  <c:v>-0.156531</c:v>
                </c:pt>
                <c:pt idx="36">
                  <c:v>-0.14483799999999999</c:v>
                </c:pt>
                <c:pt idx="37">
                  <c:v>-0.13400300000000001</c:v>
                </c:pt>
                <c:pt idx="38">
                  <c:v>-0.124029</c:v>
                </c:pt>
                <c:pt idx="39">
                  <c:v>-0.11591799999999999</c:v>
                </c:pt>
                <c:pt idx="40">
                  <c:v>-0.109332</c:v>
                </c:pt>
                <c:pt idx="41">
                  <c:v>-0.105933</c:v>
                </c:pt>
                <c:pt idx="42">
                  <c:v>-0.103505</c:v>
                </c:pt>
                <c:pt idx="43">
                  <c:v>-0.105647</c:v>
                </c:pt>
                <c:pt idx="44">
                  <c:v>-0.10595300000000001</c:v>
                </c:pt>
                <c:pt idx="45">
                  <c:v>-0.11294800000000001</c:v>
                </c:pt>
                <c:pt idx="46">
                  <c:v>-0.12582299999999999</c:v>
                </c:pt>
                <c:pt idx="47">
                  <c:v>-0.13394</c:v>
                </c:pt>
                <c:pt idx="48">
                  <c:v>-0.184034</c:v>
                </c:pt>
                <c:pt idx="49">
                  <c:v>-6.0908299999999999E-2</c:v>
                </c:pt>
                <c:pt idx="50">
                  <c:v>-2.5205200000000001E-2</c:v>
                </c:pt>
                <c:pt idx="51">
                  <c:v>-3.3566199999999998E-3</c:v>
                </c:pt>
                <c:pt idx="52">
                  <c:v>1.37421E-2</c:v>
                </c:pt>
                <c:pt idx="53">
                  <c:v>1.4141600000000001E-2</c:v>
                </c:pt>
                <c:pt idx="54">
                  <c:v>5.4455500000000004E-3</c:v>
                </c:pt>
                <c:pt idx="55">
                  <c:v>-7.8441099999999996E-3</c:v>
                </c:pt>
                <c:pt idx="56">
                  <c:v>-2.4338800000000001E-2</c:v>
                </c:pt>
                <c:pt idx="57">
                  <c:v>-4.3107600000000003E-2</c:v>
                </c:pt>
                <c:pt idx="58">
                  <c:v>-6.3562599999999997E-2</c:v>
                </c:pt>
                <c:pt idx="59">
                  <c:v>-8.4745600000000004E-2</c:v>
                </c:pt>
                <c:pt idx="60">
                  <c:v>-0.106645</c:v>
                </c:pt>
                <c:pt idx="61">
                  <c:v>-0.12431</c:v>
                </c:pt>
                <c:pt idx="62">
                  <c:v>-0.13756199999999999</c:v>
                </c:pt>
                <c:pt idx="63">
                  <c:v>-0.15071399999999999</c:v>
                </c:pt>
                <c:pt idx="64">
                  <c:v>-0.16567499999999999</c:v>
                </c:pt>
                <c:pt idx="65">
                  <c:v>-0.18240500000000001</c:v>
                </c:pt>
                <c:pt idx="66">
                  <c:v>-0.19092200000000001</c:v>
                </c:pt>
                <c:pt idx="67">
                  <c:v>-0.199627</c:v>
                </c:pt>
                <c:pt idx="68">
                  <c:v>-0.218004</c:v>
                </c:pt>
                <c:pt idx="69">
                  <c:v>-0.23705100000000001</c:v>
                </c:pt>
                <c:pt idx="70">
                  <c:v>-0.25496799999999997</c:v>
                </c:pt>
                <c:pt idx="71">
                  <c:v>-0.270594</c:v>
                </c:pt>
                <c:pt idx="72">
                  <c:v>-0.28347699999999998</c:v>
                </c:pt>
                <c:pt idx="73">
                  <c:v>-0.29369600000000001</c:v>
                </c:pt>
                <c:pt idx="74">
                  <c:v>-0.301896</c:v>
                </c:pt>
                <c:pt idx="75">
                  <c:v>-0.30874400000000002</c:v>
                </c:pt>
                <c:pt idx="76">
                  <c:v>-0.31439099999999998</c:v>
                </c:pt>
                <c:pt idx="77">
                  <c:v>-0.31824799999999998</c:v>
                </c:pt>
                <c:pt idx="78">
                  <c:v>-0.31896200000000002</c:v>
                </c:pt>
                <c:pt idx="79">
                  <c:v>-0.31494899999999998</c:v>
                </c:pt>
                <c:pt idx="80">
                  <c:v>-0.30452899999999999</c:v>
                </c:pt>
                <c:pt idx="81">
                  <c:v>-0.28659699999999999</c:v>
                </c:pt>
                <c:pt idx="82">
                  <c:v>-0.28495700000000002</c:v>
                </c:pt>
                <c:pt idx="83">
                  <c:v>-0.27044000000000001</c:v>
                </c:pt>
                <c:pt idx="84">
                  <c:v>-0.249531</c:v>
                </c:pt>
                <c:pt idx="85">
                  <c:v>-0.22340699999999999</c:v>
                </c:pt>
                <c:pt idx="86">
                  <c:v>-0.18984300000000001</c:v>
                </c:pt>
                <c:pt idx="87">
                  <c:v>-0.152558</c:v>
                </c:pt>
                <c:pt idx="88">
                  <c:v>-0.12014900000000001</c:v>
                </c:pt>
                <c:pt idx="89">
                  <c:v>-6.1430600000000002E-2</c:v>
                </c:pt>
                <c:pt idx="90">
                  <c:v>7.8120099999999998E-2</c:v>
                </c:pt>
                <c:pt idx="91">
                  <c:v>0.30003000000000002</c:v>
                </c:pt>
                <c:pt idx="92">
                  <c:v>0.51730900000000002</c:v>
                </c:pt>
                <c:pt idx="93">
                  <c:v>0.71620499999999998</c:v>
                </c:pt>
                <c:pt idx="94">
                  <c:v>0.72269799999999995</c:v>
                </c:pt>
                <c:pt idx="95">
                  <c:v>0.68032000000000004</c:v>
                </c:pt>
                <c:pt idx="96">
                  <c:v>0.71082699999999999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84E-4440-9542-36E39C019B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</c:scaling>
        <c:delete val="0"/>
        <c:axPos val="t"/>
        <c:majorGridlines>
          <c:spPr>
            <a:ln>
              <a:solidFill>
                <a:srgbClr val="D9D9D9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X/C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high"/>
        <c:crossAx val="50010002"/>
        <c:crosses val="autoZero"/>
        <c:crossBetween val="midCat"/>
      </c:valAx>
      <c:valAx>
        <c:axId val="50010002"/>
        <c:scaling>
          <c:orientation val="maxMin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Cp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baseline="0">
                <a:latin typeface="맑은 고딕"/>
              </a:defRPr>
            </a:pPr>
            <a:r>
              <a:rPr lang="en-US" sz="1400" b="1" baseline="0">
                <a:latin typeface="맑은 고딕"/>
              </a:rPr>
              <a:t>Section 96%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5400">
              <a:solidFill>
                <a:srgbClr val="000000"/>
              </a:solidFill>
            </a:ln>
          </c:spPr>
          <c:marker>
            <c:symbol val="none"/>
          </c:marker>
          <c:xVal>
            <c:numRef>
              <c:f>'[0.96.xlsx]Cp_Data'!$A$2:$A$94</c:f>
              <c:numCache>
                <c:formatCode>General</c:formatCode>
                <c:ptCount val="93"/>
                <c:pt idx="0">
                  <c:v>0</c:v>
                </c:pt>
                <c:pt idx="1">
                  <c:v>8.1524878996530332E-4</c:v>
                </c:pt>
                <c:pt idx="2">
                  <c:v>3.2267589902040782E-3</c:v>
                </c:pt>
                <c:pt idx="3">
                  <c:v>7.2644872491666431E-3</c:v>
                </c:pt>
                <c:pt idx="4">
                  <c:v>1.308463609091411E-2</c:v>
                </c:pt>
                <c:pt idx="5">
                  <c:v>2.087550444856227E-2</c:v>
                </c:pt>
                <c:pt idx="6">
                  <c:v>2.1029567212020209E-2</c:v>
                </c:pt>
                <c:pt idx="7">
                  <c:v>3.06798875341826E-2</c:v>
                </c:pt>
                <c:pt idx="8">
                  <c:v>4.2440011811478578E-2</c:v>
                </c:pt>
                <c:pt idx="9">
                  <c:v>5.6117361589585309E-2</c:v>
                </c:pt>
                <c:pt idx="10">
                  <c:v>7.1741893516953342E-2</c:v>
                </c:pt>
                <c:pt idx="11">
                  <c:v>8.9367101608672145E-2</c:v>
                </c:pt>
                <c:pt idx="12">
                  <c:v>0.10899940514655219</c:v>
                </c:pt>
                <c:pt idx="13">
                  <c:v>0.13061954628516159</c:v>
                </c:pt>
                <c:pt idx="14">
                  <c:v>0.15416975148820339</c:v>
                </c:pt>
                <c:pt idx="15">
                  <c:v>0.17956657009213811</c:v>
                </c:pt>
                <c:pt idx="16">
                  <c:v>0.20670515382738969</c:v>
                </c:pt>
                <c:pt idx="17">
                  <c:v>0.23545497729713999</c:v>
                </c:pt>
                <c:pt idx="18">
                  <c:v>0.26566839701974138</c:v>
                </c:pt>
                <c:pt idx="19">
                  <c:v>0.29717637190751101</c:v>
                </c:pt>
                <c:pt idx="20">
                  <c:v>0.32980344159095493</c:v>
                </c:pt>
                <c:pt idx="21">
                  <c:v>0.36335702761575028</c:v>
                </c:pt>
                <c:pt idx="22">
                  <c:v>0.39763171296395378</c:v>
                </c:pt>
                <c:pt idx="23">
                  <c:v>0.43241994085701713</c:v>
                </c:pt>
                <c:pt idx="24">
                  <c:v>0.46750559547397852</c:v>
                </c:pt>
                <c:pt idx="25">
                  <c:v>0.50267470075447973</c:v>
                </c:pt>
                <c:pt idx="26">
                  <c:v>0.53771542039876585</c:v>
                </c:pt>
                <c:pt idx="27">
                  <c:v>0.57242019762828944</c:v>
                </c:pt>
                <c:pt idx="28">
                  <c:v>0.60659003470691708</c:v>
                </c:pt>
                <c:pt idx="29">
                  <c:v>0.64003663270153355</c:v>
                </c:pt>
                <c:pt idx="30">
                  <c:v>0.6725888107638518</c:v>
                </c:pt>
                <c:pt idx="31">
                  <c:v>0.70408608684860352</c:v>
                </c:pt>
                <c:pt idx="32">
                  <c:v>0.73439151627715915</c:v>
                </c:pt>
                <c:pt idx="33">
                  <c:v>0.76336387484968182</c:v>
                </c:pt>
                <c:pt idx="34">
                  <c:v>0.79090259381780359</c:v>
                </c:pt>
                <c:pt idx="35">
                  <c:v>0.81694348036341691</c:v>
                </c:pt>
                <c:pt idx="36">
                  <c:v>0.82541693235360858</c:v>
                </c:pt>
                <c:pt idx="37">
                  <c:v>0.84140094406237831</c:v>
                </c:pt>
                <c:pt idx="38">
                  <c:v>0.86429638252072349</c:v>
                </c:pt>
                <c:pt idx="39">
                  <c:v>0.8856297957384528</c:v>
                </c:pt>
                <c:pt idx="40">
                  <c:v>0.90542258132160169</c:v>
                </c:pt>
                <c:pt idx="41">
                  <c:v>0.92378172730034969</c:v>
                </c:pt>
                <c:pt idx="42">
                  <c:v>0.94083561931091164</c:v>
                </c:pt>
                <c:pt idx="43">
                  <c:v>0.95675543820157438</c:v>
                </c:pt>
                <c:pt idx="44">
                  <c:v>0.97173376242665988</c:v>
                </c:pt>
                <c:pt idx="45">
                  <c:v>0.98604876086463478</c:v>
                </c:pt>
                <c:pt idx="46">
                  <c:v>1</c:v>
                </c:pt>
                <c:pt idx="47">
                  <c:v>0.98604876086463478</c:v>
                </c:pt>
                <c:pt idx="48">
                  <c:v>0.97173376242665988</c:v>
                </c:pt>
                <c:pt idx="49">
                  <c:v>0.95675543820157438</c:v>
                </c:pt>
                <c:pt idx="50">
                  <c:v>0.94083561931091164</c:v>
                </c:pt>
                <c:pt idx="51">
                  <c:v>0.92378172730034969</c:v>
                </c:pt>
                <c:pt idx="52">
                  <c:v>0.90542258132160169</c:v>
                </c:pt>
                <c:pt idx="53">
                  <c:v>0.8856297957384528</c:v>
                </c:pt>
                <c:pt idx="54">
                  <c:v>0.86429638252072349</c:v>
                </c:pt>
                <c:pt idx="55">
                  <c:v>0.84140094406237831</c:v>
                </c:pt>
                <c:pt idx="56">
                  <c:v>0.82541693235360858</c:v>
                </c:pt>
                <c:pt idx="57">
                  <c:v>0.81694348036341691</c:v>
                </c:pt>
                <c:pt idx="58">
                  <c:v>0.79090259381780359</c:v>
                </c:pt>
                <c:pt idx="59">
                  <c:v>0.76336387484968182</c:v>
                </c:pt>
                <c:pt idx="60">
                  <c:v>0.73439151627715915</c:v>
                </c:pt>
                <c:pt idx="61">
                  <c:v>0.70408608684860352</c:v>
                </c:pt>
                <c:pt idx="62">
                  <c:v>0.6725888107638518</c:v>
                </c:pt>
                <c:pt idx="63">
                  <c:v>0.64003663270153355</c:v>
                </c:pt>
                <c:pt idx="64">
                  <c:v>0.60659003470691708</c:v>
                </c:pt>
                <c:pt idx="65">
                  <c:v>0.57242019762828944</c:v>
                </c:pt>
                <c:pt idx="66">
                  <c:v>0.53771542039876585</c:v>
                </c:pt>
                <c:pt idx="67">
                  <c:v>0.50267470075447973</c:v>
                </c:pt>
                <c:pt idx="68">
                  <c:v>0.46750559547397852</c:v>
                </c:pt>
                <c:pt idx="69">
                  <c:v>0.43241994085701713</c:v>
                </c:pt>
                <c:pt idx="70">
                  <c:v>0.39763171296395378</c:v>
                </c:pt>
                <c:pt idx="71">
                  <c:v>0.36335702761575028</c:v>
                </c:pt>
                <c:pt idx="72">
                  <c:v>0.32980344159095493</c:v>
                </c:pt>
                <c:pt idx="73">
                  <c:v>0.29717637190751101</c:v>
                </c:pt>
                <c:pt idx="74">
                  <c:v>0.26566839701974138</c:v>
                </c:pt>
                <c:pt idx="75">
                  <c:v>0.23545497729713999</c:v>
                </c:pt>
                <c:pt idx="76">
                  <c:v>0.20670515382738969</c:v>
                </c:pt>
                <c:pt idx="77">
                  <c:v>0.17956657009213811</c:v>
                </c:pt>
                <c:pt idx="78">
                  <c:v>0.15416975148820339</c:v>
                </c:pt>
                <c:pt idx="79">
                  <c:v>0.13061954628516159</c:v>
                </c:pt>
                <c:pt idx="80">
                  <c:v>0.10899940514655219</c:v>
                </c:pt>
                <c:pt idx="81">
                  <c:v>8.9367101608672145E-2</c:v>
                </c:pt>
                <c:pt idx="82">
                  <c:v>7.1741893516953342E-2</c:v>
                </c:pt>
                <c:pt idx="83">
                  <c:v>5.6117361589585309E-2</c:v>
                </c:pt>
                <c:pt idx="84">
                  <c:v>4.2440011811478578E-2</c:v>
                </c:pt>
                <c:pt idx="85">
                  <c:v>3.06798875341826E-2</c:v>
                </c:pt>
                <c:pt idx="86">
                  <c:v>2.1029567212020209E-2</c:v>
                </c:pt>
                <c:pt idx="87">
                  <c:v>2.087550444856227E-2</c:v>
                </c:pt>
                <c:pt idx="88">
                  <c:v>1.308463609091411E-2</c:v>
                </c:pt>
                <c:pt idx="89">
                  <c:v>7.2644872491666431E-3</c:v>
                </c:pt>
                <c:pt idx="90">
                  <c:v>3.2267589902040782E-3</c:v>
                </c:pt>
                <c:pt idx="91">
                  <c:v>8.1524878996530332E-4</c:v>
                </c:pt>
                <c:pt idx="92">
                  <c:v>0</c:v>
                </c:pt>
              </c:numCache>
            </c:numRef>
          </c:xVal>
          <c:yVal>
            <c:numRef>
              <c:f>'[0.96.xlsx]Cp_Data'!$B$2:$B$94</c:f>
              <c:numCache>
                <c:formatCode>General</c:formatCode>
                <c:ptCount val="93"/>
                <c:pt idx="0">
                  <c:v>0.50772899999999999</c:v>
                </c:pt>
                <c:pt idx="1">
                  <c:v>0.217476</c:v>
                </c:pt>
                <c:pt idx="2">
                  <c:v>-0.16300899999999999</c:v>
                </c:pt>
                <c:pt idx="3">
                  <c:v>-0.55917899999999998</c:v>
                </c:pt>
                <c:pt idx="4">
                  <c:v>-0.91139499999999996</c:v>
                </c:pt>
                <c:pt idx="5">
                  <c:v>-1.1872400000000001</c:v>
                </c:pt>
                <c:pt idx="6">
                  <c:v>-1.18981</c:v>
                </c:pt>
                <c:pt idx="7">
                  <c:v>-1.35284</c:v>
                </c:pt>
                <c:pt idx="8">
                  <c:v>-1.4091400000000001</c:v>
                </c:pt>
                <c:pt idx="9">
                  <c:v>-1.3982300000000001</c:v>
                </c:pt>
                <c:pt idx="10">
                  <c:v>-1.3711500000000001</c:v>
                </c:pt>
                <c:pt idx="11">
                  <c:v>-1.3440399999999999</c:v>
                </c:pt>
                <c:pt idx="12">
                  <c:v>-1.3009500000000001</c:v>
                </c:pt>
                <c:pt idx="13">
                  <c:v>-1.1783699999999999</c:v>
                </c:pt>
                <c:pt idx="14">
                  <c:v>-0.94575200000000004</c:v>
                </c:pt>
                <c:pt idx="15">
                  <c:v>-0.711534</c:v>
                </c:pt>
                <c:pt idx="16">
                  <c:v>-0.59702900000000003</c:v>
                </c:pt>
                <c:pt idx="17">
                  <c:v>-0.57328999999999997</c:v>
                </c:pt>
                <c:pt idx="18">
                  <c:v>-0.55246499999999998</c:v>
                </c:pt>
                <c:pt idx="19">
                  <c:v>-0.52482300000000004</c:v>
                </c:pt>
                <c:pt idx="20">
                  <c:v>-0.486848</c:v>
                </c:pt>
                <c:pt idx="21">
                  <c:v>-0.44089600000000001</c:v>
                </c:pt>
                <c:pt idx="22">
                  <c:v>-0.39486500000000002</c:v>
                </c:pt>
                <c:pt idx="23">
                  <c:v>-0.35136800000000001</c:v>
                </c:pt>
                <c:pt idx="24">
                  <c:v>-0.313832</c:v>
                </c:pt>
                <c:pt idx="25">
                  <c:v>-0.28049299999999999</c:v>
                </c:pt>
                <c:pt idx="26">
                  <c:v>-0.25228800000000001</c:v>
                </c:pt>
                <c:pt idx="27">
                  <c:v>-0.22909299999999999</c:v>
                </c:pt>
                <c:pt idx="28">
                  <c:v>-0.21062500000000001</c:v>
                </c:pt>
                <c:pt idx="29">
                  <c:v>-0.19555</c:v>
                </c:pt>
                <c:pt idx="30">
                  <c:v>-0.18305199999999999</c:v>
                </c:pt>
                <c:pt idx="31">
                  <c:v>-0.17234099999999999</c:v>
                </c:pt>
                <c:pt idx="32">
                  <c:v>-0.163191</c:v>
                </c:pt>
                <c:pt idx="33">
                  <c:v>-0.15554200000000001</c:v>
                </c:pt>
                <c:pt idx="34">
                  <c:v>-0.14912300000000001</c:v>
                </c:pt>
                <c:pt idx="35">
                  <c:v>-0.144009</c:v>
                </c:pt>
                <c:pt idx="36">
                  <c:v>-0.142487</c:v>
                </c:pt>
                <c:pt idx="37">
                  <c:v>-0.13955400000000001</c:v>
                </c:pt>
                <c:pt idx="38">
                  <c:v>-0.136077</c:v>
                </c:pt>
                <c:pt idx="39">
                  <c:v>-0.13261300000000001</c:v>
                </c:pt>
                <c:pt idx="40">
                  <c:v>-0.130576</c:v>
                </c:pt>
                <c:pt idx="41">
                  <c:v>-0.12692200000000001</c:v>
                </c:pt>
                <c:pt idx="42">
                  <c:v>-0.12628800000000001</c:v>
                </c:pt>
                <c:pt idx="43">
                  <c:v>-0.11967700000000001</c:v>
                </c:pt>
                <c:pt idx="44">
                  <c:v>-0.121433</c:v>
                </c:pt>
                <c:pt idx="45">
                  <c:v>-0.101201</c:v>
                </c:pt>
                <c:pt idx="46">
                  <c:v>-7.8523599999999999E-2</c:v>
                </c:pt>
                <c:pt idx="47">
                  <c:v>-4.2411699999999997E-2</c:v>
                </c:pt>
                <c:pt idx="48">
                  <c:v>-3.9788900000000002E-2</c:v>
                </c:pt>
                <c:pt idx="49">
                  <c:v>-4.0659500000000001E-2</c:v>
                </c:pt>
                <c:pt idx="50">
                  <c:v>-4.4813699999999998E-2</c:v>
                </c:pt>
                <c:pt idx="51">
                  <c:v>-5.0373899999999999E-2</c:v>
                </c:pt>
                <c:pt idx="52">
                  <c:v>-5.68315E-2</c:v>
                </c:pt>
                <c:pt idx="53">
                  <c:v>-6.3503900000000002E-2</c:v>
                </c:pt>
                <c:pt idx="54">
                  <c:v>-6.9552100000000006E-2</c:v>
                </c:pt>
                <c:pt idx="55">
                  <c:v>-7.5238799999999995E-2</c:v>
                </c:pt>
                <c:pt idx="56">
                  <c:v>-7.8579200000000002E-2</c:v>
                </c:pt>
                <c:pt idx="57">
                  <c:v>-8.1472900000000001E-2</c:v>
                </c:pt>
                <c:pt idx="58">
                  <c:v>-9.0146500000000004E-2</c:v>
                </c:pt>
                <c:pt idx="59">
                  <c:v>-9.9155599999999997E-2</c:v>
                </c:pt>
                <c:pt idx="60">
                  <c:v>-0.109433</c:v>
                </c:pt>
                <c:pt idx="61">
                  <c:v>-0.12173299999999999</c:v>
                </c:pt>
                <c:pt idx="62">
                  <c:v>-0.13671800000000001</c:v>
                </c:pt>
                <c:pt idx="63">
                  <c:v>-0.15423700000000001</c:v>
                </c:pt>
                <c:pt idx="64">
                  <c:v>-0.17383799999999999</c:v>
                </c:pt>
                <c:pt idx="65">
                  <c:v>-0.19450899999999999</c:v>
                </c:pt>
                <c:pt idx="66">
                  <c:v>-0.21504200000000001</c:v>
                </c:pt>
                <c:pt idx="67">
                  <c:v>-0.23402400000000001</c:v>
                </c:pt>
                <c:pt idx="68">
                  <c:v>-0.25025999999999998</c:v>
                </c:pt>
                <c:pt idx="69">
                  <c:v>-0.262685</c:v>
                </c:pt>
                <c:pt idx="70">
                  <c:v>-0.27064199999999999</c:v>
                </c:pt>
                <c:pt idx="71">
                  <c:v>-0.27394299999999999</c:v>
                </c:pt>
                <c:pt idx="72">
                  <c:v>-0.27272800000000003</c:v>
                </c:pt>
                <c:pt idx="73">
                  <c:v>-0.267266</c:v>
                </c:pt>
                <c:pt idx="74">
                  <c:v>-0.25772099999999998</c:v>
                </c:pt>
                <c:pt idx="75">
                  <c:v>-0.24399000000000001</c:v>
                </c:pt>
                <c:pt idx="76">
                  <c:v>-0.22569500000000001</c:v>
                </c:pt>
                <c:pt idx="77">
                  <c:v>-0.202345</c:v>
                </c:pt>
                <c:pt idx="78">
                  <c:v>-0.17353199999999999</c:v>
                </c:pt>
                <c:pt idx="79">
                  <c:v>-0.138963</c:v>
                </c:pt>
                <c:pt idx="80">
                  <c:v>-9.8686499999999996E-2</c:v>
                </c:pt>
                <c:pt idx="81">
                  <c:v>-5.3336700000000001E-2</c:v>
                </c:pt>
                <c:pt idx="82">
                  <c:v>-3.8395600000000001E-3</c:v>
                </c:pt>
                <c:pt idx="83">
                  <c:v>4.1410099999999998E-2</c:v>
                </c:pt>
                <c:pt idx="84">
                  <c:v>7.00345E-2</c:v>
                </c:pt>
                <c:pt idx="85">
                  <c:v>0.110379</c:v>
                </c:pt>
                <c:pt idx="86">
                  <c:v>0.221723</c:v>
                </c:pt>
                <c:pt idx="87">
                  <c:v>0.22343199999999999</c:v>
                </c:pt>
                <c:pt idx="88">
                  <c:v>0.40701999999999999</c:v>
                </c:pt>
                <c:pt idx="89">
                  <c:v>0.59465000000000001</c:v>
                </c:pt>
                <c:pt idx="90">
                  <c:v>0.719387</c:v>
                </c:pt>
                <c:pt idx="91">
                  <c:v>0.70434799999999997</c:v>
                </c:pt>
                <c:pt idx="92">
                  <c:v>0.50772899999999999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F35-45D8-9EBC-FF18AD22D0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</c:scaling>
        <c:delete val="0"/>
        <c:axPos val="t"/>
        <c:majorGridlines>
          <c:spPr>
            <a:ln>
              <a:solidFill>
                <a:srgbClr val="D9D9D9"/>
              </a:solidFill>
              <a:prstDash val="dash"/>
            </a:ln>
          </c:spPr>
        </c:majorGridlines>
        <c:title>
          <c:tx>
            <c:rich>
              <a:bodyPr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X/C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high"/>
        <c:crossAx val="50010002"/>
        <c:crosses val="autoZero"/>
        <c:crossBetween val="midCat"/>
      </c:valAx>
      <c:valAx>
        <c:axId val="50010002"/>
        <c:scaling>
          <c:orientation val="maxMin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 b="1" baseline="0">
                    <a:latin typeface="맑은 고딕"/>
                  </a:defRPr>
                </a:pPr>
                <a:r>
                  <a:rPr lang="en-US" sz="1400" b="1" baseline="0">
                    <a:latin typeface="맑은 고딕"/>
                  </a:rPr>
                  <a:t>Cp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50010001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91BF3-5BAA-DDC2-B588-2039128D4F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052282-B2C3-F39A-799D-97555A74F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B3C4B5-7C54-1B4E-AB6C-40F4FB8ED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25130-D84D-6461-3E3A-883DFB36E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30504C-666E-5EF3-6DF4-3FF01105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6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3DF59-77A9-BC55-5603-1DC563DC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7C5039-7EBB-FF9C-567A-AED2FED86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78E4F-F181-0169-DF28-EB5098A2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237E18-86BA-B798-6BE1-01343042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5F269F-0B28-DE8E-64FB-8D556F1F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06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9F724-2097-E312-D999-5E852DF2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F7D309-E85C-908C-BFC5-43F5BB557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0D8AD2-0321-8044-8940-DF9AC41B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7C288-B1A0-5DEA-10ED-35D0B7E7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24BBE-2647-6B53-4FB5-016DE59F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16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41DC2-AFC6-EDC8-E157-8F1DD678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114F5C-EA0F-70AD-CE57-CA44F998E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58E80B-B874-AF62-FD95-205662918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B0707F-3D97-B152-27ED-0762632B0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61AFF3-9EDF-B777-704F-A29CC874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0B2C43-DD87-E0D4-C580-FD368FB9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63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8349D-A6C6-543A-0DA3-44669BFE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FF0B5F-0786-5DE5-25DE-015341BC2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77AD64-E13D-0A82-CC0C-14D53647E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626342A-B54D-EEE3-2BF6-04C3A615B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0AC591-45EE-18CC-CAB9-5A899B3F5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880A6F-58AF-6714-6269-96E5E2EBF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0691CA-95EA-C140-8D9B-877604BE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91178D-FFAD-1AA1-7F69-13A3C4B6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63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1D8F1-8F66-4570-D15B-B5CE26B6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F77973-EBAB-EBED-BCB6-83AE8A1A0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E67CAE-6F6A-5848-1763-645F2ADD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36217A-6682-86D7-0751-37F488DE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38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EDA607-705E-8461-B2D1-7DA2C276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03D689-ECF2-0054-AD08-62E1A1B3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CC30-CB37-D23B-7C77-152BE60B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42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F1C4A-90E7-8B12-8D0F-0E0DACF6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45F6E7-59E6-9440-EE84-2B5708E42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86F13D-5A5E-61BF-248C-6F631C575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8EC623-461E-B8AF-BD33-E8CD0F4E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7F3BB4-6EF2-A5E9-4E52-43EC1383C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941ABB-48FB-0BDF-42CC-C696C60F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7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E37D2-B586-74BA-D901-76C3C3807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8534265-7B40-919A-9DA3-69095DEFF1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E61BED-13E0-0611-2E7E-6D4A5F0E6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FB1BDC-A8C9-F0DD-9ACA-8B00266F7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152782-1F1F-252E-98B0-B8273EBD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52A6AA-1E3F-512A-6D5F-8A9DB395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54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9A1E0-7ACC-ABE9-0C24-9496300C1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9F7B26-8E04-46A4-0F99-3E881EEB7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A23FAE-8124-C0EC-468F-4CDAA21B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635FDE-312F-A77D-BC56-5CB55C57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8E98DD-A036-7E13-C6D8-0A4CE2FDA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116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CDB28B-6E43-46CC-0821-E4ADF464C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198CD3-E306-B333-BAD9-9DE5FA69A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DAC732-4619-D432-9234-64CABC8F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3AAF4-ECAD-CA8E-E445-5DBB7E53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B03FB2-44C1-D015-C213-F7C6B713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76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DE7CE61-C9BB-6ACF-83F7-395F0F64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7FF7F7-058F-310A-76D4-91446C35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0FED3-B50D-1A1D-DC30-BD3D5A4D4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4496F-788F-4348-B90D-AE3974A4DD18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08B46-D3DC-1A05-3D8F-58094AB0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46A28A-7E49-7C52-2CDE-D1C1F21F9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E46C4-BD19-4BE4-B90D-FB5EB410FD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57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FBDBC-092C-7EC3-17A0-C9BAD4CA6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보고서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D289F-427E-8585-8B89-07F807B96678}"/>
              </a:ext>
            </a:extLst>
          </p:cNvPr>
          <p:cNvSpPr txBox="1"/>
          <p:nvPr/>
        </p:nvSpPr>
        <p:spPr>
          <a:xfrm>
            <a:off x="7722454" y="4917782"/>
            <a:ext cx="4126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무인항공기학과</a:t>
            </a:r>
            <a:endParaRPr lang="en-US" altLang="ko-KR" dirty="0"/>
          </a:p>
          <a:p>
            <a:r>
              <a:rPr lang="en-US" altLang="ko-KR" dirty="0"/>
              <a:t>2021010617</a:t>
            </a:r>
          </a:p>
          <a:p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153962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23C8DF-E948-92C0-4193-DD580710A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4"/>
            <a:ext cx="3932237" cy="4881563"/>
          </a:xfrm>
        </p:spPr>
        <p:txBody>
          <a:bodyPr/>
          <a:lstStyle/>
          <a:p>
            <a:r>
              <a:rPr lang="ko-KR" altLang="en-US" dirty="0"/>
              <a:t>날개 앞전에서는 높은 압력이 형성되고</a:t>
            </a:r>
            <a:r>
              <a:rPr lang="en-US" altLang="ko-KR" dirty="0"/>
              <a:t>, </a:t>
            </a:r>
            <a:r>
              <a:rPr lang="ko-KR" altLang="en-US" dirty="0"/>
              <a:t>상면으로 흐르면서 압력이 급격히 감소하여 양력이 생성되는 정상적인 분포를 보인다</a:t>
            </a:r>
            <a:r>
              <a:rPr lang="en-US" altLang="ko-KR" dirty="0"/>
              <a:t>. </a:t>
            </a:r>
            <a:r>
              <a:rPr lang="ko-KR" altLang="en-US" dirty="0"/>
              <a:t>또한 루트에서 팁 방향으로 압력이 점차 감소하여 </a:t>
            </a:r>
            <a:r>
              <a:rPr lang="en-US" altLang="ko-KR" dirty="0"/>
              <a:t>3</a:t>
            </a:r>
            <a:r>
              <a:rPr lang="ko-KR" altLang="en-US" dirty="0"/>
              <a:t>차원 유동 특성이 나타나며</a:t>
            </a:r>
            <a:r>
              <a:rPr lang="en-US" altLang="ko-KR" dirty="0"/>
              <a:t>, </a:t>
            </a:r>
            <a:r>
              <a:rPr lang="ko-KR" altLang="en-US" dirty="0"/>
              <a:t>실속과 같은 급격한 압력 변화는 확인되지 않았다</a:t>
            </a:r>
            <a:r>
              <a:rPr lang="en-US" altLang="ko-KR" dirty="0"/>
              <a:t>. </a:t>
            </a:r>
            <a:r>
              <a:rPr lang="ko-KR" altLang="en-US" dirty="0"/>
              <a:t>전반적으로 안정적인 양력 생성이 이루어지는 </a:t>
            </a:r>
            <a:r>
              <a:rPr lang="ko-KR" altLang="en-US" dirty="0" err="1"/>
              <a:t>익형</a:t>
            </a:r>
            <a:r>
              <a:rPr lang="ko-KR" altLang="en-US" dirty="0"/>
              <a:t> 형상임을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6" name="그림 15" descr="스크린샷, 다채로움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314203-2897-119D-3F9B-208419527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803" y="248280"/>
            <a:ext cx="4274143" cy="556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4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532463"/>
              </p:ext>
            </p:extLst>
          </p:nvPr>
        </p:nvGraphicFramePr>
        <p:xfrm>
          <a:off x="-141890" y="1454865"/>
          <a:ext cx="5210504" cy="4394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442308"/>
              </p:ext>
            </p:extLst>
          </p:nvPr>
        </p:nvGraphicFramePr>
        <p:xfrm>
          <a:off x="5205773" y="1387366"/>
          <a:ext cx="6050805" cy="4989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03429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A7BD18D-FD01-D1AA-7C41-DAAF2FBE6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7066347"/>
              </p:ext>
            </p:extLst>
          </p:nvPr>
        </p:nvGraphicFramePr>
        <p:xfrm>
          <a:off x="55179" y="660826"/>
          <a:ext cx="5699235" cy="5313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B70263F3-0AEA-729E-3D30-C6BF5496D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6290807"/>
              </p:ext>
            </p:extLst>
          </p:nvPr>
        </p:nvGraphicFramePr>
        <p:xfrm>
          <a:off x="5625864" y="660826"/>
          <a:ext cx="6385689" cy="45969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416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5279853"/>
              </p:ext>
            </p:extLst>
          </p:nvPr>
        </p:nvGraphicFramePr>
        <p:xfrm>
          <a:off x="5225393" y="387569"/>
          <a:ext cx="74168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5D098612-F9EF-83B0-72D8-7C6D904CAC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6272639"/>
              </p:ext>
            </p:extLst>
          </p:nvPr>
        </p:nvGraphicFramePr>
        <p:xfrm>
          <a:off x="520085" y="1064172"/>
          <a:ext cx="4785012" cy="3894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1363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96</Words>
  <Application>Microsoft Office PowerPoint</Application>
  <PresentationFormat>와이드스크린</PresentationFormat>
  <Paragraphs>23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전산유체해석 보고서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2</cp:revision>
  <dcterms:created xsi:type="dcterms:W3CDTF">2025-12-04T17:23:45Z</dcterms:created>
  <dcterms:modified xsi:type="dcterms:W3CDTF">2025-12-19T10:25:37Z</dcterms:modified>
</cp:coreProperties>
</file>