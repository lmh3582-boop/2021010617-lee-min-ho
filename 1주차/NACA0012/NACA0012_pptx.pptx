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17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43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69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78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9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19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71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734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0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54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774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225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05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61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635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248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03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6F279C5-32B7-469B-8516-137F94759A6D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58D110E-405C-4424-9D48-5F14213B2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89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E0A05-72DF-4C37-4B48-81C7C8D78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D15076-6AFA-1FA1-9D31-FFB2259A4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en-US" altLang="ko-KR" dirty="0"/>
              <a:t>2021010617 </a:t>
            </a:r>
            <a:r>
              <a:rPr lang="ko-KR" altLang="en-US" dirty="0" err="1"/>
              <a:t>무인항공기학과이민호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581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스크린샷, 텍스트, 다채로움, 무지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DCDA12-84A7-2FA1-79AA-D27E1FF74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12" b="312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4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3A39B8-38A9-A324-DEC0-3C70CDDF4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9" r="2" b="6946"/>
          <a:stretch>
            <a:fillRect/>
          </a:stretch>
        </p:blipFill>
        <p:spPr>
          <a:xfrm>
            <a:off x="633999" y="539646"/>
            <a:ext cx="5462001" cy="568853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9884F0-3462-F2A8-C522-7FAD3B6FA174}"/>
              </a:ext>
            </a:extLst>
          </p:cNvPr>
          <p:cNvSpPr txBox="1"/>
          <p:nvPr/>
        </p:nvSpPr>
        <p:spPr>
          <a:xfrm>
            <a:off x="6412675" y="539646"/>
            <a:ext cx="486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Mach number</a:t>
            </a:r>
            <a:r>
              <a:rPr lang="ko-KR" altLang="en-US" dirty="0"/>
              <a:t> 그래프</a:t>
            </a:r>
          </a:p>
        </p:txBody>
      </p:sp>
    </p:spTree>
    <p:extLst>
      <p:ext uri="{BB962C8B-B14F-4D97-AF65-F5344CB8AC3E}">
        <p14:creationId xmlns:p14="http://schemas.microsoft.com/office/powerpoint/2010/main" val="21965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129773-91DF-BE1F-A2B1-E90C10F95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448"/>
          <a:stretch>
            <a:fillRect/>
          </a:stretch>
        </p:blipFill>
        <p:spPr>
          <a:xfrm>
            <a:off x="633999" y="636640"/>
            <a:ext cx="5462001" cy="559154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44263A-91C7-F510-43C3-8403C2DF616F}"/>
              </a:ext>
            </a:extLst>
          </p:cNvPr>
          <p:cNvSpPr txBox="1"/>
          <p:nvPr/>
        </p:nvSpPr>
        <p:spPr>
          <a:xfrm>
            <a:off x="7037882" y="839449"/>
            <a:ext cx="4219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압력 그래프</a:t>
            </a:r>
          </a:p>
        </p:txBody>
      </p:sp>
    </p:spTree>
    <p:extLst>
      <p:ext uri="{BB962C8B-B14F-4D97-AF65-F5344CB8AC3E}">
        <p14:creationId xmlns:p14="http://schemas.microsoft.com/office/powerpoint/2010/main" val="279727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446CA0-8944-0CC9-DE13-E80B42194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" r="1" b="10160"/>
          <a:stretch>
            <a:fillRect/>
          </a:stretch>
        </p:blipFill>
        <p:spPr>
          <a:xfrm>
            <a:off x="633999" y="636640"/>
            <a:ext cx="5462001" cy="559154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666C12-2C3D-0723-4AD8-7D2CCCE8CB68}"/>
              </a:ext>
            </a:extLst>
          </p:cNvPr>
          <p:cNvSpPr txBox="1"/>
          <p:nvPr/>
        </p:nvSpPr>
        <p:spPr>
          <a:xfrm>
            <a:off x="6962931" y="749508"/>
            <a:ext cx="435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압력 계수 그래프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7273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그물">
  <a:themeElements>
    <a:clrScheme name="그물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그물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그물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TM03457485[[fn=그물]]</Template>
  <TotalTime>15</TotalTime>
  <Words>12</Words>
  <Application>Microsoft Office PowerPoint</Application>
  <PresentationFormat>와이드스크린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그물</vt:lpstr>
      <vt:lpstr>전산유체해석 실습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2025-09-18T01:22:19Z</dcterms:created>
  <dcterms:modified xsi:type="dcterms:W3CDTF">2025-09-18T01:37:50Z</dcterms:modified>
</cp:coreProperties>
</file>