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E145A-08FA-1F65-CB7B-1DCCF560D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AEB6ED-EB72-5CB8-A3EC-2586E3E2A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718059-0C2B-D248-6D2B-D628A5C8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4C024-9994-6A3C-4F99-434C9D47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A1AE45-210A-7214-0B07-37996370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283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23D18-853B-5EF3-E9C9-A2546946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74354-AF6B-575D-487F-BB030E5C9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D7C909-65C2-82E7-6845-19AAE74F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276502-BEB5-4B33-E88A-B08EC36FA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A2AF20-0EE3-D07E-A6E1-BCF30E39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74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A5018B-A83E-5915-A75C-CEE5BF29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E6B2E1-C10F-5228-918A-55DDEC83D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72DF79-CB38-7646-99AE-F997293E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541D46-634B-FC6A-A164-3D60AE5A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7B1EB6-C947-4BF7-99B7-FFA2CA70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72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DFEA0-AAB0-1425-41EE-28304B8A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3AB5E-5BDD-56F5-845B-AC8313B77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B43297-5947-22CE-7352-B047900E4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C101A4-3329-C5A2-60FD-FC2B4E38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C69904-CDF5-FCA9-BAB3-485AB77F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450121-001D-3D48-B7E5-A49844580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897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86D-A559-5B28-7FE4-3A3B9EE4E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32D143-2A9F-2B76-74A9-FDF1B3F7D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681431-65AE-D00E-210F-A8A2933B6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6E0C02-BA8E-D41D-133D-D45544F1E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C193E0-D174-214D-97ED-FB5FAF0AE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03EE65-0F4C-7916-2FE5-8B6E841E5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53EE4E-4BDD-A9FF-304B-A5949D430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3E741-B95A-5C30-4566-E45582FB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20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BD906-A634-8C01-DF51-03636699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E981E7-3420-A0FA-1ACE-55014108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8123A3-2D06-E4CD-197E-D6CF6316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9715F0-627D-C1C8-227A-39198239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05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2126E6-6D32-1FD2-2910-68E75280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376DE5-59AF-50C6-1CDF-CC64DC366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E3145-CD79-CD13-9B67-1D2BCC88C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2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E3BDF-4A38-9D7B-4E4B-93CFB95C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A7E681-0678-F80C-CAE6-ED0AF7692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99403E-9AED-7ED8-C9E2-B80AFE301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DBA308-9D58-9B0A-5C9D-543178C58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9D1C8A-50FF-70D6-0EFD-AE3F5E51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D30791-F719-EB07-5942-D29B08E4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1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B25A9-4CC4-ECF4-4537-71848D377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2656B6-2E09-9006-F4E1-345D27F04F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0797F5-BB49-9902-42EC-5785EDE2D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586B1C-D02C-18F3-A2A5-8DEDBDEF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32BA32-1F74-00C1-68BD-3BB724182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1617BE-2ED9-3986-A3C0-5E28D989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60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0396C-8CEF-0B61-98F0-35FCB164D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4080B1-55B5-D761-D2BF-F4285AD97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15A2A-6F62-E605-3726-3026C7A1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9AEFA-4607-4509-FC9F-7EFDAE68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2F5CD-63BB-7F16-4D21-6AEF3207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70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D4D0F1-21E2-A34F-1AAB-0EB98AA85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C683E6-29B4-6413-5DCD-F39E1948F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940B72-6832-FA37-3F4F-13B07855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E4E4E8-84F0-8427-18DD-B4194DC7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83C46C-9037-A015-86CF-05BED1B9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96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1E0E9F-6026-9FD0-6AF5-2A1E9F80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EE65EE-D73B-C4C4-9FB1-14B743ADA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3D4730-C41F-015E-B75D-6D9E24682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12860-BAA7-4149-9649-D36F48A7C03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FD6F70-4E26-9558-A100-41EFFF6A1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F41D2B-748C-6C01-6BC2-CDEE83470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4B1797-BBF9-498A-8353-4452693B4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6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9F849-988F-AA9F-A90E-2A7B55EDE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전산유체해석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주차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57DF2-DFE4-01D4-1DBC-BA3D0E67D477}"/>
              </a:ext>
            </a:extLst>
          </p:cNvPr>
          <p:cNvSpPr txBox="1"/>
          <p:nvPr/>
        </p:nvSpPr>
        <p:spPr>
          <a:xfrm>
            <a:off x="8160444" y="5017674"/>
            <a:ext cx="3665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2021010617 </a:t>
            </a:r>
            <a:r>
              <a:rPr lang="ko-KR" altLang="en-US" dirty="0"/>
              <a:t>이민호</a:t>
            </a:r>
          </a:p>
        </p:txBody>
      </p:sp>
    </p:spTree>
    <p:extLst>
      <p:ext uri="{BB962C8B-B14F-4D97-AF65-F5344CB8AC3E}">
        <p14:creationId xmlns:p14="http://schemas.microsoft.com/office/powerpoint/2010/main" val="1064501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D387D-6CB7-AF24-694A-C5DD1FE1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격자 </a:t>
            </a:r>
            <a:r>
              <a:rPr lang="ko-KR" altLang="en-US" dirty="0" err="1"/>
              <a:t>완성본</a:t>
            </a:r>
            <a:endParaRPr lang="ko-KR" altLang="en-US" dirty="0"/>
          </a:p>
        </p:txBody>
      </p:sp>
      <p:pic>
        <p:nvPicPr>
          <p:cNvPr id="5" name="내용 개체 틀 4" descr="텍스트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80BCA5-E40C-3744-02D3-D4AEAAD8C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32" y="1486509"/>
            <a:ext cx="11003536" cy="5097689"/>
          </a:xfrm>
        </p:spPr>
      </p:pic>
    </p:spTree>
    <p:extLst>
      <p:ext uri="{BB962C8B-B14F-4D97-AF65-F5344CB8AC3E}">
        <p14:creationId xmlns:p14="http://schemas.microsoft.com/office/powerpoint/2010/main" val="348458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DE62-D348-5846-4E7A-D401DBE3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압렵분포</a:t>
            </a:r>
            <a:r>
              <a:rPr lang="ko-KR" altLang="en-US" dirty="0"/>
              <a:t> 변화</a:t>
            </a:r>
          </a:p>
        </p:txBody>
      </p:sp>
      <p:pic>
        <p:nvPicPr>
          <p:cNvPr id="4" name="5주차">
            <a:hlinkClick r:id="" action="ppaction://media"/>
            <a:extLst>
              <a:ext uri="{FF2B5EF4-FFF2-40B4-BE49-F238E27FC236}">
                <a16:creationId xmlns:a16="http://schemas.microsoft.com/office/drawing/2014/main" id="{9D8FE2E7-2138-6384-6AE8-9694276AEED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1440" y="1313970"/>
            <a:ext cx="7269094" cy="5544030"/>
          </a:xfrm>
        </p:spPr>
      </p:pic>
    </p:spTree>
    <p:extLst>
      <p:ext uri="{BB962C8B-B14F-4D97-AF65-F5344CB8AC3E}">
        <p14:creationId xmlns:p14="http://schemas.microsoft.com/office/powerpoint/2010/main" val="162039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3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</Words>
  <Application>Microsoft Office PowerPoint</Application>
  <PresentationFormat>와이드스크린</PresentationFormat>
  <Paragraphs>4</Paragraphs>
  <Slides>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전산유체해석 5주차</vt:lpstr>
      <vt:lpstr>격자 완성본</vt:lpstr>
      <vt:lpstr>압렵분포 변화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이민호</dc:creator>
  <cp:lastModifiedBy>이민호</cp:lastModifiedBy>
  <cp:revision>1</cp:revision>
  <dcterms:created xsi:type="dcterms:W3CDTF">2025-11-05T16:35:10Z</dcterms:created>
  <dcterms:modified xsi:type="dcterms:W3CDTF">2025-11-05T16:50:19Z</dcterms:modified>
</cp:coreProperties>
</file>