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9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SU2 압력계수(Cp) 비교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/>
            </a:pPr>
            <a:r>
              <a:t>학교명 : 청주대학교</a:t>
            </a:r>
          </a:p>
          <a:p>
            <a:pPr>
              <a:defRPr sz="2200"/>
            </a:pPr>
            <a:r>
              <a:t>학과   : 무인항공기학과</a:t>
            </a:r>
          </a:p>
          <a:p>
            <a:pPr>
              <a:defRPr sz="2200"/>
            </a:pPr>
            <a:r>
              <a:t>이름   : 이민호</a:t>
            </a:r>
          </a:p>
          <a:p>
            <a:pPr>
              <a:defRPr sz="2200"/>
            </a:pPr>
            <a:r>
              <a:t>학번   : 2021010617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0° 받음각 압력계수 그래프</a:t>
            </a:r>
          </a:p>
        </p:txBody>
      </p:sp>
      <p:pic>
        <p:nvPicPr>
          <p:cNvPr id="3" name="Picture 2" descr="dgre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82425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0° 요약</a:t>
            </a:r>
          </a:p>
          <a:p>
            <a:r>
              <a:t>• 대칭 Cp 분포</a:t>
            </a:r>
          </a:p>
          <a:p>
            <a:r>
              <a:t>• 양력 거의 없음</a:t>
            </a:r>
          </a:p>
          <a:p>
            <a:r>
              <a:t>• 기본 기준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10° 받음각 압력계수 그래프</a:t>
            </a:r>
          </a:p>
        </p:txBody>
      </p:sp>
      <p:pic>
        <p:nvPicPr>
          <p:cNvPr id="3" name="Picture 2" descr="dgre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82425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10° 요약</a:t>
            </a:r>
          </a:p>
          <a:p>
            <a:r>
              <a:t>• 상부 흡입 증가</a:t>
            </a:r>
          </a:p>
          <a:p>
            <a:r>
              <a:t>• 압력차 증가 → 양력 증가</a:t>
            </a:r>
          </a:p>
          <a:p>
            <a:r>
              <a:t>• 유동 안정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15° 받음각 압력계수 그래프</a:t>
            </a:r>
          </a:p>
        </p:txBody>
      </p:sp>
      <p:pic>
        <p:nvPicPr>
          <p:cNvPr id="3" name="Picture 2" descr="dgre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382425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15° 요약</a:t>
            </a:r>
          </a:p>
          <a:p>
            <a:r>
              <a:t>• 압력구배 급격</a:t>
            </a:r>
          </a:p>
          <a:p>
            <a:r>
              <a:t>• 박리 가능성 증가</a:t>
            </a:r>
          </a:p>
          <a:p>
            <a:r>
              <a:t>• 양력 증가 한계 근접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압력계수 비교 및 고찰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받음각 증가에 따라 Cp 분포 변화는 다음과 같이 나타남:</a:t>
            </a:r>
          </a:p>
          <a:p>
            <a:r>
              <a:t>• 0°: 기본 압력 분포</a:t>
            </a:r>
          </a:p>
          <a:p>
            <a:r>
              <a:t>• 10°: 양력 증가 뚜렷</a:t>
            </a:r>
          </a:p>
          <a:p>
            <a:r>
              <a:t>• 15°: 실속 직전 상태 가능성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SU2를 이용한 Cp 해석 결과:</a:t>
            </a:r>
          </a:p>
          <a:p>
            <a:r>
              <a:t>• 받음각이 증가하면 압력차 증가로 양력 향상</a:t>
            </a:r>
          </a:p>
          <a:p>
            <a:r>
              <a:t>• 과도한 받음각 시 유동박리 가능성 확인</a:t>
            </a:r>
          </a:p>
          <a:p>
            <a:r>
              <a:t>• 향후 Cl 비교와 유동가시화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</Words>
  <Application>Microsoft Office PowerPoint</Application>
  <PresentationFormat>화면 슬라이드 쇼(4:3)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0° 받음각 압력계수 그래프</vt:lpstr>
      <vt:lpstr>10° 받음각 압력계수 그래프</vt:lpstr>
      <vt:lpstr>15° 받음각 압력계수 그래프</vt:lpstr>
      <vt:lpstr>압력계수 비교 및 고찰</vt:lpstr>
      <vt:lpstr>결론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이민호</dc:creator>
  <cp:keywords/>
  <dc:description>generated using python-pptx</dc:description>
  <cp:lastModifiedBy>이민호</cp:lastModifiedBy>
  <cp:revision>2</cp:revision>
  <dcterms:created xsi:type="dcterms:W3CDTF">2013-01-27T09:14:16Z</dcterms:created>
  <dcterms:modified xsi:type="dcterms:W3CDTF">2025-10-21T12:09:27Z</dcterms:modified>
  <cp:category/>
</cp:coreProperties>
</file>