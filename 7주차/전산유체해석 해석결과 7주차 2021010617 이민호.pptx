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0" y="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3356CA-DBD3-1236-F098-3BFD52D937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0C0DD2-AE4C-C444-65B1-04213B7826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3CB69B-A089-B31B-1FD6-74C9981F7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38903-AAF6-42E4-9DD3-0487DA960E0F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102EF9-C3A2-D861-6F04-AA28D1883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D6C83F-2BB8-4F19-6031-E2D629D6F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735EA-FDEB-451F-B34A-C46EB43A71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2679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53E8B2-8D41-14CD-2BBF-2C26FFAE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935A5D-7AA6-AB36-6824-CD733246A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77DCB2-C2AD-D72C-AFA7-28AEAF532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38903-AAF6-42E4-9DD3-0487DA960E0F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F54148-67D7-EBFD-0B86-7FDBCC01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A29D0B-459D-3CC9-BC46-D44FC8408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735EA-FDEB-451F-B34A-C46EB43A71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5759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20777D-1233-FD9E-95D8-093EB4C57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8EA3F0-3469-3339-1E40-E70E9450B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9252B1-F60E-14AB-C503-26E718FD5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38903-AAF6-42E4-9DD3-0487DA960E0F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0F3FF4-3326-E8A3-4829-951333CFD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A0C90D-7E67-BBA6-16C5-E24313791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735EA-FDEB-451F-B34A-C46EB43A71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689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3126AE-DD1D-B3FC-80E0-C54770B2C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2DA97D-2CF5-AE5F-139E-1F7FE73B3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33102C-84BC-361F-F810-16B6D450C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5969FF7-EFC5-AAE0-4F81-BC201178A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38903-AAF6-42E4-9DD3-0487DA960E0F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735258-4187-98C3-9CCB-214578F8D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5D5433-7EDF-10D5-05BD-F05160FAF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735EA-FDEB-451F-B34A-C46EB43A71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636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7DA63-914A-09B7-5A99-ED0807246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082F0B-8D4B-FCD8-1B87-068827539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B04DDB9-4F88-F2AC-EA4B-A86227CBA9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936C965-FAD8-B988-210C-A2FDDD5CEA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2C4ECA-147A-17E4-6215-9707E56DAE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3B58634-12A2-9725-F36D-5C1EB9521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38903-AAF6-42E4-9DD3-0487DA960E0F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3BF5C14-371B-1A18-BDFE-99F19874D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850FFD1-7C33-9B25-EEFA-68B38D3DA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735EA-FDEB-451F-B34A-C46EB43A71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9086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E95074-9E6A-49FE-443A-30A9C0C20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054AD9C-5D62-3B34-9C99-DD897E516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38903-AAF6-42E4-9DD3-0487DA960E0F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4AE3F6F-87CD-2989-8D98-68EB44C45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B06D1A4-938F-1998-C32C-04300E7CE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735EA-FDEB-451F-B34A-C46EB43A71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3145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91E7B54-EE89-FE1F-289F-68A812CBA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38903-AAF6-42E4-9DD3-0487DA960E0F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BDC98D4-05F9-8330-1D8F-282B6FD50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78C5B1-96FE-F678-9014-6223CA719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735EA-FDEB-451F-B34A-C46EB43A71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5472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4400C5-4DAD-DF60-B429-883FCA6F3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36C8E6-C0F8-A2C6-FBD4-119D15227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B3B02DC-A796-53AA-BBEE-0A1727C918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049AF6-8E2C-1D7A-C5CD-E47879F97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38903-AAF6-42E4-9DD3-0487DA960E0F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C305AB-C2E1-0730-6E7E-17626F34F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8D458B-B8C5-147D-0059-5CB484B75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735EA-FDEB-451F-B34A-C46EB43A71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1170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F739D-0BF9-BB53-23B3-EBCB8A1F2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EAA4DD1-5DF0-7C73-A485-BC2BA6128B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07157F3-CBF5-8436-A710-32AD291B98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245134-5940-E9D9-FECC-81101924E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38903-AAF6-42E4-9DD3-0487DA960E0F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0691DC-C432-DD90-2988-0A156A600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2A26E0-B0F0-93E9-84E0-1BA553073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735EA-FDEB-451F-B34A-C46EB43A71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000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F5F130-016A-9E44-4FD9-2534E46CC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8798823-6107-D092-66A2-D4FA2907E3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3CB3FD-100D-F0EA-639E-97BAD9709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38903-AAF6-42E4-9DD3-0487DA960E0F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5A1E92-E90E-1002-744E-B3F94E60C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A83977-488D-B505-4CC7-30A65A08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735EA-FDEB-451F-B34A-C46EB43A71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0826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B8BD54F-3C4E-F38E-9797-358C4D6F4A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B19D36-2E96-2C3D-302E-C817DA37B1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D7C08B-AFAB-5AE4-CDDE-6E540A376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38903-AAF6-42E4-9DD3-0487DA960E0F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ACD281-0AF4-B154-C67D-B3652F80B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D8049A-F39C-4F48-82A2-7E14150D0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735EA-FDEB-451F-B34A-C46EB43A71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3356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84F8AB2-0F29-635C-B0D1-E18D64B54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A19CD7-86B3-ACC0-2C0C-68DB8C31A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836651-7384-BDEE-7612-2F6593BF4E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438903-AAF6-42E4-9DD3-0487DA960E0F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4FFA56-B2D4-2DC5-4991-E50722FA8E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263335-C8D7-D10C-FCE0-5BD503F858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D735EA-FDEB-451F-B34A-C46EB43A71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916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84FD2D-1EDE-96B9-F0F5-3CD034DC80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전산유체해석</a:t>
            </a:r>
            <a:r>
              <a:rPr lang="ko-KR" altLang="en-US" dirty="0"/>
              <a:t> 해석결과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A1D538-2F5A-FBA2-DEC6-909525593919}"/>
              </a:ext>
            </a:extLst>
          </p:cNvPr>
          <p:cNvSpPr txBox="1"/>
          <p:nvPr/>
        </p:nvSpPr>
        <p:spPr>
          <a:xfrm>
            <a:off x="8828955" y="5086830"/>
            <a:ext cx="26202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무인항공기학과</a:t>
            </a:r>
            <a:endParaRPr lang="en-US" altLang="ko-KR" dirty="0"/>
          </a:p>
          <a:p>
            <a:r>
              <a:rPr lang="en-US" altLang="ko-KR" dirty="0"/>
              <a:t>2021010617</a:t>
            </a:r>
          </a:p>
          <a:p>
            <a:r>
              <a:rPr lang="ko-KR" altLang="en-US" dirty="0"/>
              <a:t>이민호</a:t>
            </a:r>
          </a:p>
        </p:txBody>
      </p:sp>
    </p:spTree>
    <p:extLst>
      <p:ext uri="{BB962C8B-B14F-4D97-AF65-F5344CB8AC3E}">
        <p14:creationId xmlns:p14="http://schemas.microsoft.com/office/powerpoint/2010/main" val="1567211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090EAC-3ADC-B4F4-AE3D-574E768F7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해석결과</a:t>
            </a:r>
          </a:p>
        </p:txBody>
      </p:sp>
      <p:pic>
        <p:nvPicPr>
          <p:cNvPr id="5" name="내용 개체 틀 4" descr="스크린샷, 텍스트, 그래픽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B8EA11-3902-A23B-7D4A-B3634DFB1B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7443" y="1959429"/>
            <a:ext cx="5354557" cy="501061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F28597-A5CA-E987-CDC2-BA3986531FCF}"/>
              </a:ext>
            </a:extLst>
          </p:cNvPr>
          <p:cNvSpPr txBox="1"/>
          <p:nvPr/>
        </p:nvSpPr>
        <p:spPr>
          <a:xfrm>
            <a:off x="376518" y="1851852"/>
            <a:ext cx="59320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회전하는 로터 블레이드 끝에서 강한 팁 보텍스가 형성되었고</a:t>
            </a:r>
            <a:r>
              <a:rPr lang="en-US" altLang="ko-KR"/>
              <a:t>, </a:t>
            </a:r>
            <a:r>
              <a:rPr lang="ko-KR" altLang="en-US"/>
              <a:t>상</a:t>
            </a:r>
            <a:r>
              <a:rPr lang="en-US" altLang="ko-KR"/>
              <a:t>·</a:t>
            </a:r>
            <a:r>
              <a:rPr lang="ko-KR" altLang="en-US"/>
              <a:t>하면 압력 차에 의해 정상적으로 양력이 발생함을 확인하였다</a:t>
            </a:r>
            <a:r>
              <a:rPr lang="en-US" altLang="ko-KR"/>
              <a:t>. </a:t>
            </a:r>
            <a:r>
              <a:rPr lang="ko-KR" altLang="en-US"/>
              <a:t>회전 반경이 커질수록 속도와 압축성 효과가 증가하였으며</a:t>
            </a:r>
            <a:r>
              <a:rPr lang="en-US" altLang="ko-KR"/>
              <a:t>, </a:t>
            </a:r>
            <a:r>
              <a:rPr lang="ko-KR" altLang="en-US"/>
              <a:t>후류 방향으로 와류 구조가 유지되어 실험과 유사한 유동 특성을 보였다</a:t>
            </a:r>
            <a:r>
              <a:rPr lang="en-US" altLang="ko-KR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2362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45</Words>
  <Application>Microsoft Office PowerPoint</Application>
  <PresentationFormat>와이드스크린</PresentationFormat>
  <Paragraphs>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전산유체해석 해석결과</vt:lpstr>
      <vt:lpstr>해석결과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이민호</dc:creator>
  <cp:lastModifiedBy>이민호</cp:lastModifiedBy>
  <cp:revision>1</cp:revision>
  <dcterms:created xsi:type="dcterms:W3CDTF">2025-12-04T05:33:54Z</dcterms:created>
  <dcterms:modified xsi:type="dcterms:W3CDTF">2025-12-04T05:38:33Z</dcterms:modified>
</cp:coreProperties>
</file>