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CA791-5E95-F244-647D-70E86AFD1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A61AE-CCB8-63CF-69A1-1438E276F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29D55-EA83-B4FD-76E5-D9B453A3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11907-10AE-EC65-8CAB-DC823D6A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2DFE8-D3C8-A9AA-6020-7E774B44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27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5365F-8CA4-964A-DF1B-85D6D75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9DD5D5-CD5B-7356-D28D-217D92C5A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94307-B4AD-520E-7953-24F85F23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29D73-6519-2704-78DB-66AC84FA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4F4D7C-7B8E-2882-25FA-14CB2C15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92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66EAB-7DB2-4B11-DBEE-53ABBBFD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D231BC-3964-1B92-9BED-CCAB2200D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8C575E-3869-EF5A-53D5-6027629F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17D7D-771B-A08C-3888-B95CF4DD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18FF04-5D6D-C771-F04F-12533F03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5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65EE3-C0DA-E7EB-7A06-2F025437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53F20-26AC-EC0D-03C0-5539CE474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E0E6B-10AC-4502-AE95-7CB02EA74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CEEE14-AF37-B3EA-4D65-E6F3D37D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F308A-1103-6CD1-01AA-0BC5392F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EA23A1-9B98-C414-EE24-14D91FE5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57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D1BBE-E69E-A686-14E8-03948C47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C12EBE-9027-E82E-DFDC-DE45E8271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C5AA36-1CB0-C418-089F-36206F613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798FD1-DBF0-A69D-ED97-27084D840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0AFD42-E448-6995-1A67-2516A42A1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9B12ED-F7D5-DA0C-8E88-448E0DFF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3D82F0-0FB5-0F2E-B7E4-390DA10E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B5E03A-7941-9A50-47D8-9FFFEBCF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87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B196A-4B1B-6589-5CA7-FDD3B9AC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8C4FF9-E7D0-8E1F-326B-802C38FE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18FBCF-A6B1-5CD1-99B5-74D15BC1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5525F8-89F8-34C3-89E1-A10EFECC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839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BD7C22-9B18-E50C-AB88-18EF9738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4A5272-CA60-3733-FEAE-7B7A02AD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B575F2-F376-A9DF-B022-8A60DA7D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41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3E069-1404-3FA7-B9B7-4D130096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ED0FE-B432-5808-9F60-4D477B09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DDEB9-D74D-30BA-253A-DAA434AB6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B9639E-A71B-32E5-8278-E5793E29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900603-C331-F911-6B59-D89E1C09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C7E60-374E-7FCA-B82A-5473B7C6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75828-9C7A-5237-773C-5FE25335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7A3859-095D-796F-C03C-B4E5DBF6B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5AE049-70A3-260A-5AF9-AD3474765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99B378-3C59-A4FD-049C-00E762A8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ABFC6C-2E2A-A058-FEE4-71E8A24A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18EEBF-5A9C-B32C-B475-8D11218A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3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98311-6AB0-CE98-B56C-088E8DE0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25433D-08E1-DC55-3EBE-5E53FCC32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4F569-3F7D-147A-79E7-C114BD30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4DD840-3D6A-48E9-D544-E5BC8173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74C28-F63D-92AE-B1EB-816DC5E0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4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2ABD30-A50D-F264-7BEF-7F17A3ED9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08604D-9964-726C-8C60-9EEE91B5D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C0D86-578D-A88E-DCC7-38F3CD1F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E06CA-8CE3-B649-E072-E7DAC278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AA7DFB-1FA7-31C1-9600-F6B2B56D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80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E542E-8EC5-1735-C4F3-3D937C07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E6FCF-E67A-6311-03BF-4BCE1A1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CA1FB-90D6-7CA4-959C-878D3A896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BFC4F-F02A-4C47-AC4C-8D12B6545E8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84169-3D87-5C89-3643-1F0DB0BBC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A99104-5BA3-FA49-76E5-23954C94E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56EA6-8BC3-4D20-A2A5-5A34C3B313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12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4DEA-9CEE-382F-F0BB-404054B90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4" y="887720"/>
            <a:ext cx="9548692" cy="2387600"/>
          </a:xfrm>
        </p:spPr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주차 보고서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CA43F-51BE-6381-3106-8F0211A6DC9B}"/>
              </a:ext>
            </a:extLst>
          </p:cNvPr>
          <p:cNvSpPr txBox="1"/>
          <p:nvPr/>
        </p:nvSpPr>
        <p:spPr>
          <a:xfrm>
            <a:off x="8575382" y="4925466"/>
            <a:ext cx="318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2021010617 </a:t>
            </a:r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382887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0AD53-7892-C64F-14C3-9D296899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압력 분포 변화</a:t>
            </a:r>
            <a:endParaRPr lang="ko-KR" altLang="en-US" dirty="0"/>
          </a:p>
        </p:txBody>
      </p:sp>
      <p:pic>
        <p:nvPicPr>
          <p:cNvPr id="4" name="6쥬차">
            <a:hlinkClick r:id="" action="ppaction://media"/>
            <a:extLst>
              <a:ext uri="{FF2B5EF4-FFF2-40B4-BE49-F238E27FC236}">
                <a16:creationId xmlns:a16="http://schemas.microsoft.com/office/drawing/2014/main" id="{C6004228-20B0-D1D9-8A3E-171702FEEEF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51960" y="1375442"/>
            <a:ext cx="8713693" cy="5424928"/>
          </a:xfrm>
        </p:spPr>
      </p:pic>
    </p:spTree>
    <p:extLst>
      <p:ext uri="{BB962C8B-B14F-4D97-AF65-F5344CB8AC3E}">
        <p14:creationId xmlns:p14="http://schemas.microsoft.com/office/powerpoint/2010/main" val="229447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와이드스크린</PresentationFormat>
  <Paragraphs>3</Paragraphs>
  <Slides>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전산유체해석 6주차 보고서</vt:lpstr>
      <vt:lpstr>압력 분포 변화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2025-11-05T16:53:31Z</dcterms:created>
  <dcterms:modified xsi:type="dcterms:W3CDTF">2025-11-05T16:55:09Z</dcterms:modified>
</cp:coreProperties>
</file>