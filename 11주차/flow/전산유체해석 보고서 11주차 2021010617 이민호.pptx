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lals\OneDrive\&#48148;&#53461;%20&#54868;&#47732;\wjstks\wjstks\11&#51452;&#52264;\flow\na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3076334208223969E-2"/>
          <c:y val="4.1666666666666664E-2"/>
          <c:w val="0.74742366579177599"/>
          <c:h val="0.89814814814814814"/>
        </c:manualLayout>
      </c:layout>
      <c:scatterChart>
        <c:scatterStyle val="smoothMarker"/>
        <c:varyColors val="0"/>
        <c:ser>
          <c:idx val="0"/>
          <c:order val="0"/>
          <c:tx>
            <c:v>SU2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na!$A$2:$A$513</c:f>
              <c:numCache>
                <c:formatCode>General</c:formatCode>
                <c:ptCount val="512"/>
                <c:pt idx="0">
                  <c:v>1</c:v>
                </c:pt>
                <c:pt idx="1">
                  <c:v>0.99798299999999995</c:v>
                </c:pt>
                <c:pt idx="2">
                  <c:v>0.99592000000000003</c:v>
                </c:pt>
                <c:pt idx="3">
                  <c:v>0.99380999999999997</c:v>
                </c:pt>
                <c:pt idx="4">
                  <c:v>0.99165000000000003</c:v>
                </c:pt>
                <c:pt idx="5">
                  <c:v>0.98943999999999999</c:v>
                </c:pt>
                <c:pt idx="6">
                  <c:v>0.987178</c:v>
                </c:pt>
                <c:pt idx="7">
                  <c:v>0.98486099999999999</c:v>
                </c:pt>
                <c:pt idx="8">
                  <c:v>0.98248899999999995</c:v>
                </c:pt>
                <c:pt idx="9">
                  <c:v>0.98005900000000001</c:v>
                </c:pt>
                <c:pt idx="10">
                  <c:v>0.97757000000000005</c:v>
                </c:pt>
                <c:pt idx="11">
                  <c:v>0.97501899999999997</c:v>
                </c:pt>
                <c:pt idx="12">
                  <c:v>0.97240400000000005</c:v>
                </c:pt>
                <c:pt idx="13">
                  <c:v>0.969723</c:v>
                </c:pt>
                <c:pt idx="14">
                  <c:v>0.96697299999999997</c:v>
                </c:pt>
                <c:pt idx="15">
                  <c:v>0.96415300000000004</c:v>
                </c:pt>
                <c:pt idx="16">
                  <c:v>0.96125899999999997</c:v>
                </c:pt>
                <c:pt idx="17">
                  <c:v>0.95828999999999998</c:v>
                </c:pt>
                <c:pt idx="18">
                  <c:v>0.95524100000000001</c:v>
                </c:pt>
                <c:pt idx="19">
                  <c:v>0.95211000000000001</c:v>
                </c:pt>
                <c:pt idx="20">
                  <c:v>0.94889400000000002</c:v>
                </c:pt>
                <c:pt idx="21">
                  <c:v>0.94559000000000004</c:v>
                </c:pt>
                <c:pt idx="22">
                  <c:v>0.94219399999999998</c:v>
                </c:pt>
                <c:pt idx="23">
                  <c:v>0.93870299999999995</c:v>
                </c:pt>
                <c:pt idx="24">
                  <c:v>0.93511200000000005</c:v>
                </c:pt>
                <c:pt idx="25">
                  <c:v>0.93141799999999997</c:v>
                </c:pt>
                <c:pt idx="26">
                  <c:v>0.92761700000000002</c:v>
                </c:pt>
                <c:pt idx="27">
                  <c:v>0.92370300000000005</c:v>
                </c:pt>
                <c:pt idx="28">
                  <c:v>0.91967200000000005</c:v>
                </c:pt>
                <c:pt idx="29">
                  <c:v>0.91552</c:v>
                </c:pt>
                <c:pt idx="30">
                  <c:v>0.91124000000000005</c:v>
                </c:pt>
                <c:pt idx="31">
                  <c:v>0.90682799999999997</c:v>
                </c:pt>
                <c:pt idx="32">
                  <c:v>0.90227599999999997</c:v>
                </c:pt>
                <c:pt idx="33">
                  <c:v>0.89758000000000004</c:v>
                </c:pt>
                <c:pt idx="34">
                  <c:v>0.89273100000000005</c:v>
                </c:pt>
                <c:pt idx="35">
                  <c:v>0.88772399999999996</c:v>
                </c:pt>
                <c:pt idx="36">
                  <c:v>0.88254999999999995</c:v>
                </c:pt>
                <c:pt idx="37">
                  <c:v>0.87720100000000001</c:v>
                </c:pt>
                <c:pt idx="38">
                  <c:v>0.87166900000000003</c:v>
                </c:pt>
                <c:pt idx="39">
                  <c:v>0.86594499999999996</c:v>
                </c:pt>
                <c:pt idx="40">
                  <c:v>0.86001799999999995</c:v>
                </c:pt>
                <c:pt idx="41">
                  <c:v>0.85387800000000003</c:v>
                </c:pt>
                <c:pt idx="42">
                  <c:v>0.84751399999999999</c:v>
                </c:pt>
                <c:pt idx="43">
                  <c:v>0.84091400000000005</c:v>
                </c:pt>
                <c:pt idx="44">
                  <c:v>0.83406599999999997</c:v>
                </c:pt>
                <c:pt idx="45">
                  <c:v>0.82695399999999997</c:v>
                </c:pt>
                <c:pt idx="46">
                  <c:v>0.81956399999999996</c:v>
                </c:pt>
                <c:pt idx="47">
                  <c:v>0.81188099999999996</c:v>
                </c:pt>
                <c:pt idx="48">
                  <c:v>0.80388599999999999</c:v>
                </c:pt>
                <c:pt idx="49">
                  <c:v>0.79556199999999999</c:v>
                </c:pt>
                <c:pt idx="50">
                  <c:v>0.786887</c:v>
                </c:pt>
                <c:pt idx="51">
                  <c:v>0.77783999999999998</c:v>
                </c:pt>
                <c:pt idx="52">
                  <c:v>0.768397</c:v>
                </c:pt>
                <c:pt idx="53">
                  <c:v>0.75853300000000001</c:v>
                </c:pt>
                <c:pt idx="54">
                  <c:v>0.74821800000000005</c:v>
                </c:pt>
                <c:pt idx="55">
                  <c:v>0.73742300000000005</c:v>
                </c:pt>
                <c:pt idx="56">
                  <c:v>0.72611300000000001</c:v>
                </c:pt>
                <c:pt idx="57">
                  <c:v>0.714252</c:v>
                </c:pt>
                <c:pt idx="58">
                  <c:v>0.70179999999999998</c:v>
                </c:pt>
                <c:pt idx="59">
                  <c:v>0.68871099999999996</c:v>
                </c:pt>
                <c:pt idx="60">
                  <c:v>0.67493700000000001</c:v>
                </c:pt>
                <c:pt idx="61">
                  <c:v>0.66042299999999998</c:v>
                </c:pt>
                <c:pt idx="62">
                  <c:v>0.64510999999999996</c:v>
                </c:pt>
                <c:pt idx="63">
                  <c:v>0.62893100000000002</c:v>
                </c:pt>
                <c:pt idx="64">
                  <c:v>0.61180999999999996</c:v>
                </c:pt>
                <c:pt idx="65">
                  <c:v>0.593665</c:v>
                </c:pt>
                <c:pt idx="66">
                  <c:v>0.574403</c:v>
                </c:pt>
                <c:pt idx="67">
                  <c:v>0.55391699999999999</c:v>
                </c:pt>
                <c:pt idx="68">
                  <c:v>0.53208900000000003</c:v>
                </c:pt>
                <c:pt idx="69">
                  <c:v>0.50878500000000004</c:v>
                </c:pt>
                <c:pt idx="70">
                  <c:v>0.48384899999999997</c:v>
                </c:pt>
                <c:pt idx="71">
                  <c:v>0.45710699999999999</c:v>
                </c:pt>
                <c:pt idx="72">
                  <c:v>0.42835499999999999</c:v>
                </c:pt>
                <c:pt idx="73">
                  <c:v>0.39735999999999999</c:v>
                </c:pt>
                <c:pt idx="74">
                  <c:v>0.36385800000000001</c:v>
                </c:pt>
                <c:pt idx="75">
                  <c:v>0.32753599999999999</c:v>
                </c:pt>
                <c:pt idx="76">
                  <c:v>0.29160700000000001</c:v>
                </c:pt>
                <c:pt idx="77">
                  <c:v>0.259488</c:v>
                </c:pt>
                <c:pt idx="78">
                  <c:v>0.230772</c:v>
                </c:pt>
                <c:pt idx="79">
                  <c:v>0.205096</c:v>
                </c:pt>
                <c:pt idx="80">
                  <c:v>0.18213699999999999</c:v>
                </c:pt>
                <c:pt idx="81">
                  <c:v>0.161606</c:v>
                </c:pt>
                <c:pt idx="82">
                  <c:v>0.14324799999999999</c:v>
                </c:pt>
                <c:pt idx="83">
                  <c:v>0.126834</c:v>
                </c:pt>
                <c:pt idx="84">
                  <c:v>0.112161</c:v>
                </c:pt>
                <c:pt idx="85">
                  <c:v>9.9046400000000007E-2</c:v>
                </c:pt>
                <c:pt idx="86">
                  <c:v>8.7328299999999998E-2</c:v>
                </c:pt>
                <c:pt idx="87">
                  <c:v>7.6861799999999994E-2</c:v>
                </c:pt>
                <c:pt idx="88">
                  <c:v>6.7517900000000006E-2</c:v>
                </c:pt>
                <c:pt idx="89">
                  <c:v>5.9180999999999997E-2</c:v>
                </c:pt>
                <c:pt idx="90">
                  <c:v>5.1748099999999998E-2</c:v>
                </c:pt>
                <c:pt idx="91">
                  <c:v>4.5127199999999999E-2</c:v>
                </c:pt>
                <c:pt idx="92">
                  <c:v>3.9236300000000002E-2</c:v>
                </c:pt>
                <c:pt idx="93">
                  <c:v>3.4001900000000002E-2</c:v>
                </c:pt>
                <c:pt idx="94">
                  <c:v>2.9358599999999999E-2</c:v>
                </c:pt>
                <c:pt idx="95">
                  <c:v>2.5248E-2</c:v>
                </c:pt>
                <c:pt idx="96">
                  <c:v>2.1617899999999999E-2</c:v>
                </c:pt>
                <c:pt idx="97">
                  <c:v>1.84216E-2</c:v>
                </c:pt>
                <c:pt idx="98">
                  <c:v>1.5617000000000001E-2</c:v>
                </c:pt>
                <c:pt idx="99">
                  <c:v>1.3166300000000001E-2</c:v>
                </c:pt>
                <c:pt idx="100">
                  <c:v>1.1035100000000001E-2</c:v>
                </c:pt>
                <c:pt idx="101">
                  <c:v>9.1918999999999994E-3</c:v>
                </c:pt>
                <c:pt idx="102">
                  <c:v>7.6074899999999997E-3</c:v>
                </c:pt>
                <c:pt idx="103">
                  <c:v>6.25459E-3</c:v>
                </c:pt>
                <c:pt idx="104">
                  <c:v>5.1074299999999996E-3</c:v>
                </c:pt>
                <c:pt idx="105">
                  <c:v>4.14169E-3</c:v>
                </c:pt>
                <c:pt idx="106">
                  <c:v>3.33432E-3</c:v>
                </c:pt>
                <c:pt idx="107">
                  <c:v>2.66381E-3</c:v>
                </c:pt>
                <c:pt idx="108">
                  <c:v>2.11027E-3</c:v>
                </c:pt>
                <c:pt idx="109">
                  <c:v>1.65565E-3</c:v>
                </c:pt>
                <c:pt idx="110">
                  <c:v>1.28381E-3</c:v>
                </c:pt>
                <c:pt idx="111">
                  <c:v>9.8066199999999998E-4</c:v>
                </c:pt>
                <c:pt idx="112">
                  <c:v>7.3416400000000004E-4</c:v>
                </c:pt>
                <c:pt idx="113">
                  <c:v>5.3398300000000003E-4</c:v>
                </c:pt>
                <c:pt idx="114">
                  <c:v>3.7152600000000001E-4</c:v>
                </c:pt>
                <c:pt idx="115">
                  <c:v>2.3969700000000001E-4</c:v>
                </c:pt>
                <c:pt idx="116">
                  <c:v>1.32712E-4</c:v>
                </c:pt>
                <c:pt idx="117" formatCode="0.00E+00">
                  <c:v>4.5800000000000002E-5</c:v>
                </c:pt>
                <c:pt idx="118" formatCode="0.00E+00">
                  <c:v>-2.5000000000000001E-5</c:v>
                </c:pt>
                <c:pt idx="119" formatCode="0.00E+00">
                  <c:v>-8.2600000000000002E-5</c:v>
                </c:pt>
                <c:pt idx="120">
                  <c:v>-1.2966799999999999E-4</c:v>
                </c:pt>
                <c:pt idx="121">
                  <c:v>-1.6800300000000001E-4</c:v>
                </c:pt>
                <c:pt idx="122">
                  <c:v>-1.9926199999999999E-4</c:v>
                </c:pt>
                <c:pt idx="123">
                  <c:v>-2.24732E-4</c:v>
                </c:pt>
                <c:pt idx="124">
                  <c:v>-2.454E-4</c:v>
                </c:pt>
                <c:pt idx="125">
                  <c:v>-2.6201399999999998E-4</c:v>
                </c:pt>
                <c:pt idx="126">
                  <c:v>-2.7520600000000001E-4</c:v>
                </c:pt>
                <c:pt idx="127">
                  <c:v>-2.854E-4</c:v>
                </c:pt>
                <c:pt idx="128">
                  <c:v>-2.9283999999999999E-4</c:v>
                </c:pt>
                <c:pt idx="129">
                  <c:v>-2.97702E-4</c:v>
                </c:pt>
                <c:pt idx="130">
                  <c:v>-3.0001600000000001E-4</c:v>
                </c:pt>
                <c:pt idx="131">
                  <c:v>-2.9967900000000002E-4</c:v>
                </c:pt>
                <c:pt idx="132">
                  <c:v>-2.9646300000000001E-4</c:v>
                </c:pt>
                <c:pt idx="133">
                  <c:v>-2.9001E-4</c:v>
                </c:pt>
                <c:pt idx="134">
                  <c:v>-2.7978399999999999E-4</c:v>
                </c:pt>
                <c:pt idx="135">
                  <c:v>-2.6507400000000002E-4</c:v>
                </c:pt>
                <c:pt idx="136">
                  <c:v>-2.4499599999999998E-4</c:v>
                </c:pt>
                <c:pt idx="137">
                  <c:v>-2.1839099999999999E-4</c:v>
                </c:pt>
                <c:pt idx="138">
                  <c:v>-1.83828E-4</c:v>
                </c:pt>
                <c:pt idx="139">
                  <c:v>-1.3941299999999999E-4</c:v>
                </c:pt>
                <c:pt idx="140" formatCode="0.00E+00">
                  <c:v>-8.2999999999999998E-5</c:v>
                </c:pt>
                <c:pt idx="141" formatCode="0.00E+00">
                  <c:v>-1.1800000000000001E-5</c:v>
                </c:pt>
                <c:pt idx="142" formatCode="0.00E+00">
                  <c:v>7.7399999999999998E-5</c:v>
                </c:pt>
                <c:pt idx="143">
                  <c:v>1.8874399999999999E-4</c:v>
                </c:pt>
                <c:pt idx="144">
                  <c:v>3.2692000000000002E-4</c:v>
                </c:pt>
                <c:pt idx="145">
                  <c:v>4.9769899999999999E-4</c:v>
                </c:pt>
                <c:pt idx="146">
                  <c:v>7.0784199999999998E-4</c:v>
                </c:pt>
                <c:pt idx="147">
                  <c:v>9.6521400000000005E-4</c:v>
                </c:pt>
                <c:pt idx="148">
                  <c:v>1.27896E-3</c:v>
                </c:pt>
                <c:pt idx="149">
                  <c:v>1.6596899999999999E-3</c:v>
                </c:pt>
                <c:pt idx="150">
                  <c:v>2.1193499999999999E-3</c:v>
                </c:pt>
                <c:pt idx="151">
                  <c:v>2.6715300000000001E-3</c:v>
                </c:pt>
                <c:pt idx="152">
                  <c:v>3.3314600000000001E-3</c:v>
                </c:pt>
                <c:pt idx="153">
                  <c:v>4.1159999999999999E-3</c:v>
                </c:pt>
                <c:pt idx="154">
                  <c:v>5.0439200000000003E-3</c:v>
                </c:pt>
                <c:pt idx="155">
                  <c:v>6.13584E-3</c:v>
                </c:pt>
                <c:pt idx="156">
                  <c:v>7.4144500000000004E-3</c:v>
                </c:pt>
                <c:pt idx="157">
                  <c:v>8.9047199999999996E-3</c:v>
                </c:pt>
                <c:pt idx="158">
                  <c:v>1.0633999999999999E-2</c:v>
                </c:pt>
                <c:pt idx="159">
                  <c:v>1.26325E-2</c:v>
                </c:pt>
                <c:pt idx="160">
                  <c:v>1.4933500000000001E-2</c:v>
                </c:pt>
                <c:pt idx="161">
                  <c:v>1.7573800000000001E-2</c:v>
                </c:pt>
                <c:pt idx="162">
                  <c:v>2.0594100000000001E-2</c:v>
                </c:pt>
                <c:pt idx="163">
                  <c:v>2.4039600000000001E-2</c:v>
                </c:pt>
                <c:pt idx="164">
                  <c:v>2.7960599999999999E-2</c:v>
                </c:pt>
                <c:pt idx="165">
                  <c:v>3.2412999999999997E-2</c:v>
                </c:pt>
                <c:pt idx="166">
                  <c:v>3.7459300000000001E-2</c:v>
                </c:pt>
                <c:pt idx="167">
                  <c:v>4.3168900000000003E-2</c:v>
                </c:pt>
                <c:pt idx="168">
                  <c:v>4.96196E-2</c:v>
                </c:pt>
                <c:pt idx="169">
                  <c:v>5.6897900000000001E-2</c:v>
                </c:pt>
                <c:pt idx="170">
                  <c:v>6.5100599999999995E-2</c:v>
                </c:pt>
                <c:pt idx="171">
                  <c:v>7.4335700000000005E-2</c:v>
                </c:pt>
                <c:pt idx="172">
                  <c:v>8.4723699999999999E-2</c:v>
                </c:pt>
                <c:pt idx="173">
                  <c:v>9.6398899999999996E-2</c:v>
                </c:pt>
                <c:pt idx="174">
                  <c:v>0.109511</c:v>
                </c:pt>
                <c:pt idx="175">
                  <c:v>0.12422800000000001</c:v>
                </c:pt>
                <c:pt idx="176">
                  <c:v>0.140733</c:v>
                </c:pt>
                <c:pt idx="177">
                  <c:v>0.15923399999999999</c:v>
                </c:pt>
                <c:pt idx="178">
                  <c:v>0.17995900000000001</c:v>
                </c:pt>
                <c:pt idx="179">
                  <c:v>0.20316000000000001</c:v>
                </c:pt>
                <c:pt idx="180">
                  <c:v>0.22911599999999999</c:v>
                </c:pt>
                <c:pt idx="181">
                  <c:v>0.25813399999999997</c:v>
                </c:pt>
                <c:pt idx="182">
                  <c:v>0.290549</c:v>
                </c:pt>
                <c:pt idx="183">
                  <c:v>0.32672800000000002</c:v>
                </c:pt>
                <c:pt idx="184">
                  <c:v>0.36706699999999998</c:v>
                </c:pt>
                <c:pt idx="185">
                  <c:v>0.40744999999999998</c:v>
                </c:pt>
                <c:pt idx="186">
                  <c:v>0.44391599999999998</c:v>
                </c:pt>
                <c:pt idx="187">
                  <c:v>0.47700399999999998</c:v>
                </c:pt>
                <c:pt idx="188">
                  <c:v>0.50716099999999997</c:v>
                </c:pt>
                <c:pt idx="189">
                  <c:v>0.53475600000000001</c:v>
                </c:pt>
                <c:pt idx="190">
                  <c:v>0.56010400000000005</c:v>
                </c:pt>
                <c:pt idx="191">
                  <c:v>0.58346699999999996</c:v>
                </c:pt>
                <c:pt idx="192">
                  <c:v>0.60507</c:v>
                </c:pt>
                <c:pt idx="193">
                  <c:v>0.62510600000000005</c:v>
                </c:pt>
                <c:pt idx="194">
                  <c:v>0.64373899999999995</c:v>
                </c:pt>
                <c:pt idx="195">
                  <c:v>0.66111200000000003</c:v>
                </c:pt>
                <c:pt idx="196">
                  <c:v>0.67735000000000001</c:v>
                </c:pt>
                <c:pt idx="197">
                  <c:v>0.69256099999999998</c:v>
                </c:pt>
                <c:pt idx="198">
                  <c:v>0.70684000000000002</c:v>
                </c:pt>
                <c:pt idx="199">
                  <c:v>0.72027099999999999</c:v>
                </c:pt>
                <c:pt idx="200">
                  <c:v>0.73292800000000002</c:v>
                </c:pt>
                <c:pt idx="201">
                  <c:v>0.74487700000000001</c:v>
                </c:pt>
                <c:pt idx="202">
                  <c:v>0.75617599999999996</c:v>
                </c:pt>
                <c:pt idx="203">
                  <c:v>0.76687700000000003</c:v>
                </c:pt>
                <c:pt idx="204">
                  <c:v>0.77702700000000002</c:v>
                </c:pt>
                <c:pt idx="205">
                  <c:v>0.78666800000000003</c:v>
                </c:pt>
                <c:pt idx="206">
                  <c:v>0.79583899999999996</c:v>
                </c:pt>
                <c:pt idx="207">
                  <c:v>0.80457199999999995</c:v>
                </c:pt>
                <c:pt idx="208">
                  <c:v>0.81289999999999996</c:v>
                </c:pt>
                <c:pt idx="209">
                  <c:v>0.820851</c:v>
                </c:pt>
                <c:pt idx="210">
                  <c:v>0.82844899999999999</c:v>
                </c:pt>
                <c:pt idx="211">
                  <c:v>0.83571799999999996</c:v>
                </c:pt>
                <c:pt idx="212">
                  <c:v>0.84268100000000001</c:v>
                </c:pt>
                <c:pt idx="213">
                  <c:v>0.84935499999999997</c:v>
                </c:pt>
                <c:pt idx="214">
                  <c:v>0.85575900000000005</c:v>
                </c:pt>
                <c:pt idx="215">
                  <c:v>0.86190999999999995</c:v>
                </c:pt>
                <c:pt idx="216">
                  <c:v>0.86782300000000001</c:v>
                </c:pt>
                <c:pt idx="217">
                  <c:v>0.87351100000000004</c:v>
                </c:pt>
                <c:pt idx="218">
                  <c:v>0.87898799999999999</c:v>
                </c:pt>
                <c:pt idx="219">
                  <c:v>0.88426499999999997</c:v>
                </c:pt>
                <c:pt idx="220">
                  <c:v>0.88935399999999998</c:v>
                </c:pt>
                <c:pt idx="221">
                  <c:v>0.89426499999999998</c:v>
                </c:pt>
                <c:pt idx="222">
                  <c:v>0.899007</c:v>
                </c:pt>
                <c:pt idx="223">
                  <c:v>0.90358899999999998</c:v>
                </c:pt>
                <c:pt idx="224">
                  <c:v>0.90801900000000002</c:v>
                </c:pt>
                <c:pt idx="225">
                  <c:v>0.91230599999999995</c:v>
                </c:pt>
                <c:pt idx="226">
                  <c:v>0.91645600000000005</c:v>
                </c:pt>
                <c:pt idx="227">
                  <c:v>0.92047599999999996</c:v>
                </c:pt>
                <c:pt idx="228">
                  <c:v>0.92437199999999997</c:v>
                </c:pt>
                <c:pt idx="229">
                  <c:v>0.92815099999999995</c:v>
                </c:pt>
                <c:pt idx="230">
                  <c:v>0.93181700000000001</c:v>
                </c:pt>
                <c:pt idx="231">
                  <c:v>0.93537599999999999</c:v>
                </c:pt>
                <c:pt idx="232">
                  <c:v>0.93883300000000003</c:v>
                </c:pt>
                <c:pt idx="233">
                  <c:v>0.94219200000000003</c:v>
                </c:pt>
                <c:pt idx="234">
                  <c:v>0.94545800000000002</c:v>
                </c:pt>
                <c:pt idx="235">
                  <c:v>0.94863399999999998</c:v>
                </c:pt>
                <c:pt idx="236">
                  <c:v>0.95172500000000004</c:v>
                </c:pt>
                <c:pt idx="237">
                  <c:v>0.954735</c:v>
                </c:pt>
                <c:pt idx="238">
                  <c:v>0.95766600000000002</c:v>
                </c:pt>
                <c:pt idx="239">
                  <c:v>0.96052099999999996</c:v>
                </c:pt>
                <c:pt idx="240">
                  <c:v>0.96330499999999997</c:v>
                </c:pt>
                <c:pt idx="241">
                  <c:v>0.96601899999999996</c:v>
                </c:pt>
                <c:pt idx="242">
                  <c:v>0.96866699999999994</c:v>
                </c:pt>
                <c:pt idx="243">
                  <c:v>0.97125099999999998</c:v>
                </c:pt>
                <c:pt idx="244">
                  <c:v>0.973773</c:v>
                </c:pt>
                <c:pt idx="245">
                  <c:v>0.97623700000000002</c:v>
                </c:pt>
                <c:pt idx="246">
                  <c:v>0.97864300000000004</c:v>
                </c:pt>
                <c:pt idx="247">
                  <c:v>0.98099499999999995</c:v>
                </c:pt>
                <c:pt idx="248">
                  <c:v>0.983294</c:v>
                </c:pt>
                <c:pt idx="249">
                  <c:v>0.98554200000000003</c:v>
                </c:pt>
                <c:pt idx="250">
                  <c:v>0.98774099999999998</c:v>
                </c:pt>
                <c:pt idx="251">
                  <c:v>0.98989300000000002</c:v>
                </c:pt>
                <c:pt idx="252">
                  <c:v>0.99199999999999999</c:v>
                </c:pt>
                <c:pt idx="253">
                  <c:v>0.994062</c:v>
                </c:pt>
                <c:pt idx="254">
                  <c:v>0.99608200000000002</c:v>
                </c:pt>
                <c:pt idx="255">
                  <c:v>0.99806099999999998</c:v>
                </c:pt>
                <c:pt idx="256">
                  <c:v>1</c:v>
                </c:pt>
                <c:pt idx="257">
                  <c:v>0.99798299999999995</c:v>
                </c:pt>
                <c:pt idx="258">
                  <c:v>0.99592000000000003</c:v>
                </c:pt>
                <c:pt idx="259">
                  <c:v>0.99380999999999997</c:v>
                </c:pt>
                <c:pt idx="260">
                  <c:v>0.99165000000000003</c:v>
                </c:pt>
                <c:pt idx="261">
                  <c:v>0.98943999999999999</c:v>
                </c:pt>
                <c:pt idx="262">
                  <c:v>0.987178</c:v>
                </c:pt>
                <c:pt idx="263">
                  <c:v>0.98486099999999999</c:v>
                </c:pt>
                <c:pt idx="264">
                  <c:v>0.98248899999999995</c:v>
                </c:pt>
                <c:pt idx="265">
                  <c:v>0.98005900000000001</c:v>
                </c:pt>
                <c:pt idx="266">
                  <c:v>0.97757000000000005</c:v>
                </c:pt>
                <c:pt idx="267">
                  <c:v>0.97501899999999997</c:v>
                </c:pt>
                <c:pt idx="268">
                  <c:v>0.97240400000000005</c:v>
                </c:pt>
                <c:pt idx="269">
                  <c:v>0.969723</c:v>
                </c:pt>
                <c:pt idx="270">
                  <c:v>0.96697299999999997</c:v>
                </c:pt>
                <c:pt idx="271">
                  <c:v>0.96415300000000004</c:v>
                </c:pt>
                <c:pt idx="272">
                  <c:v>0.96125899999999997</c:v>
                </c:pt>
                <c:pt idx="273">
                  <c:v>0.95828999999999998</c:v>
                </c:pt>
                <c:pt idx="274">
                  <c:v>0.95524100000000001</c:v>
                </c:pt>
                <c:pt idx="275">
                  <c:v>0.95211000000000001</c:v>
                </c:pt>
                <c:pt idx="276">
                  <c:v>0.94889400000000002</c:v>
                </c:pt>
                <c:pt idx="277">
                  <c:v>0.94559000000000004</c:v>
                </c:pt>
                <c:pt idx="278">
                  <c:v>0.94219399999999998</c:v>
                </c:pt>
                <c:pt idx="279">
                  <c:v>0.93870299999999995</c:v>
                </c:pt>
                <c:pt idx="280">
                  <c:v>0.93511200000000005</c:v>
                </c:pt>
                <c:pt idx="281">
                  <c:v>0.93141799999999997</c:v>
                </c:pt>
                <c:pt idx="282">
                  <c:v>0.92761700000000002</c:v>
                </c:pt>
                <c:pt idx="283">
                  <c:v>0.92370300000000005</c:v>
                </c:pt>
                <c:pt idx="284">
                  <c:v>0.91967200000000005</c:v>
                </c:pt>
                <c:pt idx="285">
                  <c:v>0.91552</c:v>
                </c:pt>
                <c:pt idx="286">
                  <c:v>0.91124000000000005</c:v>
                </c:pt>
                <c:pt idx="287">
                  <c:v>0.90682799999999997</c:v>
                </c:pt>
                <c:pt idx="288">
                  <c:v>0.90227599999999997</c:v>
                </c:pt>
                <c:pt idx="289">
                  <c:v>0.89758000000000004</c:v>
                </c:pt>
                <c:pt idx="290">
                  <c:v>0.89273100000000005</c:v>
                </c:pt>
                <c:pt idx="291">
                  <c:v>0.88772399999999996</c:v>
                </c:pt>
                <c:pt idx="292">
                  <c:v>0.88254999999999995</c:v>
                </c:pt>
                <c:pt idx="293">
                  <c:v>0.87720100000000001</c:v>
                </c:pt>
                <c:pt idx="294">
                  <c:v>0.87166900000000003</c:v>
                </c:pt>
                <c:pt idx="295">
                  <c:v>0.86594499999999996</c:v>
                </c:pt>
                <c:pt idx="296">
                  <c:v>0.86001799999999995</c:v>
                </c:pt>
                <c:pt idx="297">
                  <c:v>0.85387800000000003</c:v>
                </c:pt>
                <c:pt idx="298">
                  <c:v>0.84751399999999999</c:v>
                </c:pt>
                <c:pt idx="299">
                  <c:v>0.84091400000000005</c:v>
                </c:pt>
                <c:pt idx="300">
                  <c:v>0.83406599999999997</c:v>
                </c:pt>
                <c:pt idx="301">
                  <c:v>0.82695399999999997</c:v>
                </c:pt>
                <c:pt idx="302">
                  <c:v>0.81956399999999996</c:v>
                </c:pt>
                <c:pt idx="303">
                  <c:v>0.81188099999999996</c:v>
                </c:pt>
                <c:pt idx="304">
                  <c:v>0.80388599999999999</c:v>
                </c:pt>
                <c:pt idx="305">
                  <c:v>0.79556199999999999</c:v>
                </c:pt>
                <c:pt idx="306">
                  <c:v>0.786887</c:v>
                </c:pt>
                <c:pt idx="307">
                  <c:v>0.77783999999999998</c:v>
                </c:pt>
                <c:pt idx="308">
                  <c:v>0.768397</c:v>
                </c:pt>
                <c:pt idx="309">
                  <c:v>0.75853300000000001</c:v>
                </c:pt>
                <c:pt idx="310">
                  <c:v>0.74821800000000005</c:v>
                </c:pt>
                <c:pt idx="311">
                  <c:v>0.73742300000000005</c:v>
                </c:pt>
                <c:pt idx="312">
                  <c:v>0.72611300000000001</c:v>
                </c:pt>
                <c:pt idx="313">
                  <c:v>0.714252</c:v>
                </c:pt>
                <c:pt idx="314">
                  <c:v>0.70179999999999998</c:v>
                </c:pt>
                <c:pt idx="315">
                  <c:v>0.68871099999999996</c:v>
                </c:pt>
                <c:pt idx="316">
                  <c:v>0.67493700000000001</c:v>
                </c:pt>
                <c:pt idx="317">
                  <c:v>0.66042299999999998</c:v>
                </c:pt>
                <c:pt idx="318">
                  <c:v>0.64510999999999996</c:v>
                </c:pt>
                <c:pt idx="319">
                  <c:v>0.62893100000000002</c:v>
                </c:pt>
                <c:pt idx="320">
                  <c:v>0.61180999999999996</c:v>
                </c:pt>
                <c:pt idx="321">
                  <c:v>0.593665</c:v>
                </c:pt>
                <c:pt idx="322">
                  <c:v>0.574403</c:v>
                </c:pt>
                <c:pt idx="323">
                  <c:v>0.55391699999999999</c:v>
                </c:pt>
                <c:pt idx="324">
                  <c:v>0.53208900000000003</c:v>
                </c:pt>
                <c:pt idx="325">
                  <c:v>0.50878500000000004</c:v>
                </c:pt>
                <c:pt idx="326">
                  <c:v>0.48384899999999997</c:v>
                </c:pt>
                <c:pt idx="327">
                  <c:v>0.45710699999999999</c:v>
                </c:pt>
                <c:pt idx="328">
                  <c:v>0.42835499999999999</c:v>
                </c:pt>
                <c:pt idx="329">
                  <c:v>0.39735999999999999</c:v>
                </c:pt>
                <c:pt idx="330">
                  <c:v>0.36385800000000001</c:v>
                </c:pt>
                <c:pt idx="331">
                  <c:v>0.32753599999999999</c:v>
                </c:pt>
                <c:pt idx="332">
                  <c:v>0.29160700000000001</c:v>
                </c:pt>
                <c:pt idx="333">
                  <c:v>0.259488</c:v>
                </c:pt>
                <c:pt idx="334">
                  <c:v>0.230772</c:v>
                </c:pt>
                <c:pt idx="335">
                  <c:v>0.205096</c:v>
                </c:pt>
                <c:pt idx="336">
                  <c:v>0.18213699999999999</c:v>
                </c:pt>
                <c:pt idx="337">
                  <c:v>0.161606</c:v>
                </c:pt>
                <c:pt idx="338">
                  <c:v>0.14324799999999999</c:v>
                </c:pt>
                <c:pt idx="339">
                  <c:v>0.126834</c:v>
                </c:pt>
                <c:pt idx="340">
                  <c:v>0.112161</c:v>
                </c:pt>
                <c:pt idx="341">
                  <c:v>9.9046400000000007E-2</c:v>
                </c:pt>
                <c:pt idx="342">
                  <c:v>8.7328299999999998E-2</c:v>
                </c:pt>
                <c:pt idx="343">
                  <c:v>7.6861799999999994E-2</c:v>
                </c:pt>
                <c:pt idx="344">
                  <c:v>6.7517900000000006E-2</c:v>
                </c:pt>
                <c:pt idx="345">
                  <c:v>5.9180999999999997E-2</c:v>
                </c:pt>
                <c:pt idx="346">
                  <c:v>5.1748099999999998E-2</c:v>
                </c:pt>
                <c:pt idx="347">
                  <c:v>4.5127199999999999E-2</c:v>
                </c:pt>
                <c:pt idx="348">
                  <c:v>3.9236300000000002E-2</c:v>
                </c:pt>
                <c:pt idx="349">
                  <c:v>3.4001900000000002E-2</c:v>
                </c:pt>
                <c:pt idx="350">
                  <c:v>2.9358599999999999E-2</c:v>
                </c:pt>
                <c:pt idx="351">
                  <c:v>2.5248E-2</c:v>
                </c:pt>
                <c:pt idx="352">
                  <c:v>2.1617899999999999E-2</c:v>
                </c:pt>
                <c:pt idx="353">
                  <c:v>1.84216E-2</c:v>
                </c:pt>
                <c:pt idx="354">
                  <c:v>1.5617000000000001E-2</c:v>
                </c:pt>
                <c:pt idx="355">
                  <c:v>1.3166300000000001E-2</c:v>
                </c:pt>
                <c:pt idx="356">
                  <c:v>1.1035100000000001E-2</c:v>
                </c:pt>
                <c:pt idx="357">
                  <c:v>9.1918999999999994E-3</c:v>
                </c:pt>
                <c:pt idx="358">
                  <c:v>7.6074899999999997E-3</c:v>
                </c:pt>
                <c:pt idx="359">
                  <c:v>6.25459E-3</c:v>
                </c:pt>
                <c:pt idx="360">
                  <c:v>5.1074299999999996E-3</c:v>
                </c:pt>
                <c:pt idx="361">
                  <c:v>4.14169E-3</c:v>
                </c:pt>
                <c:pt idx="362">
                  <c:v>3.33432E-3</c:v>
                </c:pt>
                <c:pt idx="363">
                  <c:v>2.66381E-3</c:v>
                </c:pt>
                <c:pt idx="364">
                  <c:v>2.11027E-3</c:v>
                </c:pt>
                <c:pt idx="365">
                  <c:v>1.65565E-3</c:v>
                </c:pt>
                <c:pt idx="366">
                  <c:v>1.28381E-3</c:v>
                </c:pt>
                <c:pt idx="367">
                  <c:v>9.8066199999999998E-4</c:v>
                </c:pt>
                <c:pt idx="368">
                  <c:v>7.3416400000000004E-4</c:v>
                </c:pt>
                <c:pt idx="369">
                  <c:v>5.3398300000000003E-4</c:v>
                </c:pt>
                <c:pt idx="370">
                  <c:v>3.7152600000000001E-4</c:v>
                </c:pt>
                <c:pt idx="371">
                  <c:v>2.3969700000000001E-4</c:v>
                </c:pt>
                <c:pt idx="372">
                  <c:v>1.32712E-4</c:v>
                </c:pt>
                <c:pt idx="373" formatCode="0.00E+00">
                  <c:v>4.5800000000000002E-5</c:v>
                </c:pt>
                <c:pt idx="374" formatCode="0.00E+00">
                  <c:v>-2.5000000000000001E-5</c:v>
                </c:pt>
                <c:pt idx="375" formatCode="0.00E+00">
                  <c:v>-8.2600000000000002E-5</c:v>
                </c:pt>
                <c:pt idx="376">
                  <c:v>-1.2966799999999999E-4</c:v>
                </c:pt>
                <c:pt idx="377">
                  <c:v>-1.6800300000000001E-4</c:v>
                </c:pt>
                <c:pt idx="378">
                  <c:v>-1.9926199999999999E-4</c:v>
                </c:pt>
                <c:pt idx="379">
                  <c:v>-2.24732E-4</c:v>
                </c:pt>
                <c:pt idx="380">
                  <c:v>-2.454E-4</c:v>
                </c:pt>
                <c:pt idx="381">
                  <c:v>-2.6201399999999998E-4</c:v>
                </c:pt>
                <c:pt idx="382">
                  <c:v>-2.7520600000000001E-4</c:v>
                </c:pt>
                <c:pt idx="383">
                  <c:v>-2.854E-4</c:v>
                </c:pt>
                <c:pt idx="384">
                  <c:v>-2.9283999999999999E-4</c:v>
                </c:pt>
                <c:pt idx="385">
                  <c:v>-2.97702E-4</c:v>
                </c:pt>
                <c:pt idx="386">
                  <c:v>-3.0001600000000001E-4</c:v>
                </c:pt>
                <c:pt idx="387">
                  <c:v>-2.9967900000000002E-4</c:v>
                </c:pt>
                <c:pt idx="388">
                  <c:v>-2.9646300000000001E-4</c:v>
                </c:pt>
                <c:pt idx="389">
                  <c:v>-2.9001E-4</c:v>
                </c:pt>
                <c:pt idx="390">
                  <c:v>-2.7978399999999999E-4</c:v>
                </c:pt>
                <c:pt idx="391">
                  <c:v>-2.6507400000000002E-4</c:v>
                </c:pt>
                <c:pt idx="392">
                  <c:v>-2.4499599999999998E-4</c:v>
                </c:pt>
                <c:pt idx="393">
                  <c:v>-2.1839099999999999E-4</c:v>
                </c:pt>
                <c:pt idx="394">
                  <c:v>-1.83828E-4</c:v>
                </c:pt>
                <c:pt idx="395">
                  <c:v>-1.3941299999999999E-4</c:v>
                </c:pt>
                <c:pt idx="396" formatCode="0.00E+00">
                  <c:v>-8.2999999999999998E-5</c:v>
                </c:pt>
                <c:pt idx="397" formatCode="0.00E+00">
                  <c:v>-1.1800000000000001E-5</c:v>
                </c:pt>
                <c:pt idx="398" formatCode="0.00E+00">
                  <c:v>7.7399999999999998E-5</c:v>
                </c:pt>
                <c:pt idx="399">
                  <c:v>1.8874399999999999E-4</c:v>
                </c:pt>
                <c:pt idx="400">
                  <c:v>3.2692000000000002E-4</c:v>
                </c:pt>
                <c:pt idx="401">
                  <c:v>4.9769899999999999E-4</c:v>
                </c:pt>
                <c:pt idx="402">
                  <c:v>7.0784199999999998E-4</c:v>
                </c:pt>
                <c:pt idx="403">
                  <c:v>9.6521400000000005E-4</c:v>
                </c:pt>
                <c:pt idx="404">
                  <c:v>1.27896E-3</c:v>
                </c:pt>
                <c:pt idx="405">
                  <c:v>1.6596899999999999E-3</c:v>
                </c:pt>
                <c:pt idx="406">
                  <c:v>2.1193499999999999E-3</c:v>
                </c:pt>
                <c:pt idx="407">
                  <c:v>2.6715300000000001E-3</c:v>
                </c:pt>
                <c:pt idx="408">
                  <c:v>3.3314600000000001E-3</c:v>
                </c:pt>
                <c:pt idx="409">
                  <c:v>4.1159999999999999E-3</c:v>
                </c:pt>
                <c:pt idx="410">
                  <c:v>5.0439200000000003E-3</c:v>
                </c:pt>
                <c:pt idx="411">
                  <c:v>6.13584E-3</c:v>
                </c:pt>
                <c:pt idx="412">
                  <c:v>7.4144500000000004E-3</c:v>
                </c:pt>
                <c:pt idx="413">
                  <c:v>8.9047199999999996E-3</c:v>
                </c:pt>
                <c:pt idx="414">
                  <c:v>1.0633999999999999E-2</c:v>
                </c:pt>
                <c:pt idx="415">
                  <c:v>1.26325E-2</c:v>
                </c:pt>
                <c:pt idx="416">
                  <c:v>1.4933500000000001E-2</c:v>
                </c:pt>
                <c:pt idx="417">
                  <c:v>1.7573800000000001E-2</c:v>
                </c:pt>
                <c:pt idx="418">
                  <c:v>2.0594100000000001E-2</c:v>
                </c:pt>
                <c:pt idx="419">
                  <c:v>2.4039600000000001E-2</c:v>
                </c:pt>
                <c:pt idx="420">
                  <c:v>2.7960599999999999E-2</c:v>
                </c:pt>
                <c:pt idx="421">
                  <c:v>3.2412999999999997E-2</c:v>
                </c:pt>
                <c:pt idx="422">
                  <c:v>3.7459300000000001E-2</c:v>
                </c:pt>
                <c:pt idx="423">
                  <c:v>4.3168900000000003E-2</c:v>
                </c:pt>
                <c:pt idx="424">
                  <c:v>4.96196E-2</c:v>
                </c:pt>
                <c:pt idx="425">
                  <c:v>5.6897900000000001E-2</c:v>
                </c:pt>
                <c:pt idx="426">
                  <c:v>6.5100599999999995E-2</c:v>
                </c:pt>
                <c:pt idx="427">
                  <c:v>7.4335700000000005E-2</c:v>
                </c:pt>
                <c:pt idx="428">
                  <c:v>8.4723699999999999E-2</c:v>
                </c:pt>
                <c:pt idx="429">
                  <c:v>9.6398899999999996E-2</c:v>
                </c:pt>
                <c:pt idx="430">
                  <c:v>0.109511</c:v>
                </c:pt>
                <c:pt idx="431">
                  <c:v>0.12422800000000001</c:v>
                </c:pt>
                <c:pt idx="432">
                  <c:v>0.140733</c:v>
                </c:pt>
                <c:pt idx="433">
                  <c:v>0.15923399999999999</c:v>
                </c:pt>
                <c:pt idx="434">
                  <c:v>0.17995900000000001</c:v>
                </c:pt>
                <c:pt idx="435">
                  <c:v>0.20316000000000001</c:v>
                </c:pt>
                <c:pt idx="436">
                  <c:v>0.22911599999999999</c:v>
                </c:pt>
                <c:pt idx="437">
                  <c:v>0.25813399999999997</c:v>
                </c:pt>
                <c:pt idx="438">
                  <c:v>0.290549</c:v>
                </c:pt>
                <c:pt idx="439">
                  <c:v>0.32672800000000002</c:v>
                </c:pt>
                <c:pt idx="440">
                  <c:v>0.36706699999999998</c:v>
                </c:pt>
                <c:pt idx="441">
                  <c:v>0.40744999999999998</c:v>
                </c:pt>
                <c:pt idx="442">
                  <c:v>0.44391599999999998</c:v>
                </c:pt>
                <c:pt idx="443">
                  <c:v>0.47700399999999998</c:v>
                </c:pt>
                <c:pt idx="444">
                  <c:v>0.50716099999999997</c:v>
                </c:pt>
                <c:pt idx="445">
                  <c:v>0.53475600000000001</c:v>
                </c:pt>
                <c:pt idx="446">
                  <c:v>0.56010400000000005</c:v>
                </c:pt>
                <c:pt idx="447">
                  <c:v>0.58346699999999996</c:v>
                </c:pt>
                <c:pt idx="448">
                  <c:v>0.60507</c:v>
                </c:pt>
                <c:pt idx="449">
                  <c:v>0.62510600000000005</c:v>
                </c:pt>
                <c:pt idx="450">
                  <c:v>0.64373899999999995</c:v>
                </c:pt>
                <c:pt idx="451">
                  <c:v>0.66111200000000003</c:v>
                </c:pt>
                <c:pt idx="452">
                  <c:v>0.67735000000000001</c:v>
                </c:pt>
                <c:pt idx="453">
                  <c:v>0.69256099999999998</c:v>
                </c:pt>
                <c:pt idx="454">
                  <c:v>0.70684000000000002</c:v>
                </c:pt>
                <c:pt idx="455">
                  <c:v>0.72027099999999999</c:v>
                </c:pt>
                <c:pt idx="456">
                  <c:v>0.73292800000000002</c:v>
                </c:pt>
                <c:pt idx="457">
                  <c:v>0.74487700000000001</c:v>
                </c:pt>
                <c:pt idx="458">
                  <c:v>0.75617599999999996</c:v>
                </c:pt>
                <c:pt idx="459">
                  <c:v>0.76687700000000003</c:v>
                </c:pt>
                <c:pt idx="460">
                  <c:v>0.77702700000000002</c:v>
                </c:pt>
                <c:pt idx="461">
                  <c:v>0.78666800000000003</c:v>
                </c:pt>
                <c:pt idx="462">
                  <c:v>0.79583899999999996</c:v>
                </c:pt>
                <c:pt idx="463">
                  <c:v>0.80457199999999995</c:v>
                </c:pt>
                <c:pt idx="464">
                  <c:v>0.81289999999999996</c:v>
                </c:pt>
                <c:pt idx="465">
                  <c:v>0.820851</c:v>
                </c:pt>
                <c:pt idx="466">
                  <c:v>0.82844899999999999</c:v>
                </c:pt>
                <c:pt idx="467">
                  <c:v>0.83571799999999996</c:v>
                </c:pt>
                <c:pt idx="468">
                  <c:v>0.84268100000000001</c:v>
                </c:pt>
                <c:pt idx="469">
                  <c:v>0.84935499999999997</c:v>
                </c:pt>
                <c:pt idx="470">
                  <c:v>0.85575900000000005</c:v>
                </c:pt>
                <c:pt idx="471">
                  <c:v>0.86190999999999995</c:v>
                </c:pt>
                <c:pt idx="472">
                  <c:v>0.86782300000000001</c:v>
                </c:pt>
                <c:pt idx="473">
                  <c:v>0.87351100000000004</c:v>
                </c:pt>
                <c:pt idx="474">
                  <c:v>0.87898799999999999</c:v>
                </c:pt>
                <c:pt idx="475">
                  <c:v>0.88426499999999997</c:v>
                </c:pt>
                <c:pt idx="476">
                  <c:v>0.88935399999999998</c:v>
                </c:pt>
                <c:pt idx="477">
                  <c:v>0.89426499999999998</c:v>
                </c:pt>
                <c:pt idx="478">
                  <c:v>0.899007</c:v>
                </c:pt>
                <c:pt idx="479">
                  <c:v>0.90358899999999998</c:v>
                </c:pt>
                <c:pt idx="480">
                  <c:v>0.90801900000000002</c:v>
                </c:pt>
                <c:pt idx="481">
                  <c:v>0.91230599999999995</c:v>
                </c:pt>
                <c:pt idx="482">
                  <c:v>0.91645600000000005</c:v>
                </c:pt>
                <c:pt idx="483">
                  <c:v>0.92047599999999996</c:v>
                </c:pt>
                <c:pt idx="484">
                  <c:v>0.92437199999999997</c:v>
                </c:pt>
                <c:pt idx="485">
                  <c:v>0.92815099999999995</c:v>
                </c:pt>
                <c:pt idx="486">
                  <c:v>0.93181700000000001</c:v>
                </c:pt>
                <c:pt idx="487">
                  <c:v>0.93537599999999999</c:v>
                </c:pt>
                <c:pt idx="488">
                  <c:v>0.93883300000000003</c:v>
                </c:pt>
                <c:pt idx="489">
                  <c:v>0.94219200000000003</c:v>
                </c:pt>
                <c:pt idx="490">
                  <c:v>0.94545800000000002</c:v>
                </c:pt>
                <c:pt idx="491">
                  <c:v>0.94863399999999998</c:v>
                </c:pt>
                <c:pt idx="492">
                  <c:v>0.95172500000000004</c:v>
                </c:pt>
                <c:pt idx="493">
                  <c:v>0.954735</c:v>
                </c:pt>
                <c:pt idx="494">
                  <c:v>0.95766600000000002</c:v>
                </c:pt>
                <c:pt idx="495">
                  <c:v>0.96052099999999996</c:v>
                </c:pt>
                <c:pt idx="496">
                  <c:v>0.96330499999999997</c:v>
                </c:pt>
                <c:pt idx="497">
                  <c:v>0.96601899999999996</c:v>
                </c:pt>
                <c:pt idx="498">
                  <c:v>0.96866699999999994</c:v>
                </c:pt>
                <c:pt idx="499">
                  <c:v>0.97125099999999998</c:v>
                </c:pt>
                <c:pt idx="500">
                  <c:v>0.973773</c:v>
                </c:pt>
                <c:pt idx="501">
                  <c:v>0.97623700000000002</c:v>
                </c:pt>
                <c:pt idx="502">
                  <c:v>0.97864300000000004</c:v>
                </c:pt>
                <c:pt idx="503">
                  <c:v>0.98099499999999995</c:v>
                </c:pt>
                <c:pt idx="504">
                  <c:v>0.983294</c:v>
                </c:pt>
                <c:pt idx="505">
                  <c:v>0.98554200000000003</c:v>
                </c:pt>
                <c:pt idx="506">
                  <c:v>0.98774099999999998</c:v>
                </c:pt>
                <c:pt idx="507">
                  <c:v>0.98989300000000002</c:v>
                </c:pt>
                <c:pt idx="508">
                  <c:v>0.99199999999999999</c:v>
                </c:pt>
                <c:pt idx="509">
                  <c:v>0.994062</c:v>
                </c:pt>
                <c:pt idx="510">
                  <c:v>0.99608200000000002</c:v>
                </c:pt>
                <c:pt idx="511">
                  <c:v>0.99806099999999998</c:v>
                </c:pt>
              </c:numCache>
            </c:numRef>
          </c:xVal>
          <c:yVal>
            <c:numRef>
              <c:f>na!$B$2:$B$513</c:f>
              <c:numCache>
                <c:formatCode>General</c:formatCode>
                <c:ptCount val="512"/>
                <c:pt idx="0">
                  <c:v>8.2092100000000001E-2</c:v>
                </c:pt>
                <c:pt idx="1">
                  <c:v>9.2962900000000001E-2</c:v>
                </c:pt>
                <c:pt idx="2">
                  <c:v>8.8120000000000004E-2</c:v>
                </c:pt>
                <c:pt idx="3">
                  <c:v>9.54295E-2</c:v>
                </c:pt>
                <c:pt idx="4">
                  <c:v>9.7618700000000003E-2</c:v>
                </c:pt>
                <c:pt idx="5">
                  <c:v>0.10335800000000001</c:v>
                </c:pt>
                <c:pt idx="6">
                  <c:v>0.10674599999999999</c:v>
                </c:pt>
                <c:pt idx="7">
                  <c:v>0.11169800000000001</c:v>
                </c:pt>
                <c:pt idx="8">
                  <c:v>0.115687</c:v>
                </c:pt>
                <c:pt idx="9">
                  <c:v>0.120255</c:v>
                </c:pt>
                <c:pt idx="10">
                  <c:v>0.124344</c:v>
                </c:pt>
                <c:pt idx="11">
                  <c:v>0.12862899999999999</c:v>
                </c:pt>
                <c:pt idx="12">
                  <c:v>0.132662</c:v>
                </c:pt>
                <c:pt idx="13">
                  <c:v>0.13675499999999999</c:v>
                </c:pt>
                <c:pt idx="14">
                  <c:v>0.14070199999999999</c:v>
                </c:pt>
                <c:pt idx="15">
                  <c:v>0.14466499999999999</c:v>
                </c:pt>
                <c:pt idx="16">
                  <c:v>0.14852899999999999</c:v>
                </c:pt>
                <c:pt idx="17">
                  <c:v>0.15240300000000001</c:v>
                </c:pt>
                <c:pt idx="18">
                  <c:v>0.15620300000000001</c:v>
                </c:pt>
                <c:pt idx="19">
                  <c:v>0.160001</c:v>
                </c:pt>
                <c:pt idx="20">
                  <c:v>0.16375999999999999</c:v>
                </c:pt>
                <c:pt idx="21">
                  <c:v>0.16753799999999999</c:v>
                </c:pt>
                <c:pt idx="22">
                  <c:v>0.17134099999999999</c:v>
                </c:pt>
                <c:pt idx="23">
                  <c:v>0.17511399999999999</c:v>
                </c:pt>
                <c:pt idx="24">
                  <c:v>0.17868300000000001</c:v>
                </c:pt>
                <c:pt idx="25">
                  <c:v>0.17952000000000001</c:v>
                </c:pt>
                <c:pt idx="26">
                  <c:v>0.17669199999999999</c:v>
                </c:pt>
                <c:pt idx="27">
                  <c:v>0.17439399999999999</c:v>
                </c:pt>
                <c:pt idx="28">
                  <c:v>0.19050600000000001</c:v>
                </c:pt>
                <c:pt idx="29">
                  <c:v>0.19724700000000001</c:v>
                </c:pt>
                <c:pt idx="30">
                  <c:v>0.20166700000000001</c:v>
                </c:pt>
                <c:pt idx="31">
                  <c:v>0.20591999999999999</c:v>
                </c:pt>
                <c:pt idx="32">
                  <c:v>0.20946200000000001</c:v>
                </c:pt>
                <c:pt idx="33">
                  <c:v>0.21315700000000001</c:v>
                </c:pt>
                <c:pt idx="34">
                  <c:v>0.21698100000000001</c:v>
                </c:pt>
                <c:pt idx="35">
                  <c:v>0.22085399999999999</c:v>
                </c:pt>
                <c:pt idx="36">
                  <c:v>0.22478799999999999</c:v>
                </c:pt>
                <c:pt idx="37">
                  <c:v>0.22875499999999999</c:v>
                </c:pt>
                <c:pt idx="38">
                  <c:v>0.23275399999999999</c:v>
                </c:pt>
                <c:pt idx="39">
                  <c:v>0.236841</c:v>
                </c:pt>
                <c:pt idx="40">
                  <c:v>0.24099499999999999</c:v>
                </c:pt>
                <c:pt idx="41">
                  <c:v>0.24520600000000001</c:v>
                </c:pt>
                <c:pt idx="42">
                  <c:v>0.249475</c:v>
                </c:pt>
                <c:pt idx="43">
                  <c:v>0.253807</c:v>
                </c:pt>
                <c:pt idx="44">
                  <c:v>0.25820599999999999</c:v>
                </c:pt>
                <c:pt idx="45">
                  <c:v>0.26267699999999999</c:v>
                </c:pt>
                <c:pt idx="46">
                  <c:v>0.26722299999999999</c:v>
                </c:pt>
                <c:pt idx="47">
                  <c:v>0.27184999999999998</c:v>
                </c:pt>
                <c:pt idx="48">
                  <c:v>0.27656500000000001</c:v>
                </c:pt>
                <c:pt idx="49">
                  <c:v>0.28137000000000001</c:v>
                </c:pt>
                <c:pt idx="50">
                  <c:v>0.28627599999999997</c:v>
                </c:pt>
                <c:pt idx="51">
                  <c:v>0.29128599999999999</c:v>
                </c:pt>
                <c:pt idx="52">
                  <c:v>0.29641099999999998</c:v>
                </c:pt>
                <c:pt idx="53">
                  <c:v>0.30165700000000001</c:v>
                </c:pt>
                <c:pt idx="54">
                  <c:v>0.30703599999999998</c:v>
                </c:pt>
                <c:pt idx="55">
                  <c:v>0.312556</c:v>
                </c:pt>
                <c:pt idx="56">
                  <c:v>0.31823200000000001</c:v>
                </c:pt>
                <c:pt idx="57">
                  <c:v>0.32407799999999998</c:v>
                </c:pt>
                <c:pt idx="58">
                  <c:v>0.33011000000000001</c:v>
                </c:pt>
                <c:pt idx="59">
                  <c:v>0.33634799999999998</c:v>
                </c:pt>
                <c:pt idx="60">
                  <c:v>0.34281699999999998</c:v>
                </c:pt>
                <c:pt idx="61">
                  <c:v>0.34954299999999999</c:v>
                </c:pt>
                <c:pt idx="62">
                  <c:v>0.35656700000000002</c:v>
                </c:pt>
                <c:pt idx="63">
                  <c:v>0.36391899999999999</c:v>
                </c:pt>
                <c:pt idx="64">
                  <c:v>0.37167600000000001</c:v>
                </c:pt>
                <c:pt idx="65">
                  <c:v>0.37987300000000002</c:v>
                </c:pt>
                <c:pt idx="66">
                  <c:v>0.38865499999999997</c:v>
                </c:pt>
                <c:pt idx="67">
                  <c:v>0.39804499999999998</c:v>
                </c:pt>
                <c:pt idx="68">
                  <c:v>0.40836800000000001</c:v>
                </c:pt>
                <c:pt idx="69">
                  <c:v>0.41952099999999998</c:v>
                </c:pt>
                <c:pt idx="70">
                  <c:v>0.43251600000000001</c:v>
                </c:pt>
                <c:pt idx="71">
                  <c:v>0.44508199999999998</c:v>
                </c:pt>
                <c:pt idx="72">
                  <c:v>0.466729</c:v>
                </c:pt>
                <c:pt idx="73">
                  <c:v>0.4914</c:v>
                </c:pt>
                <c:pt idx="74">
                  <c:v>0.51170899999999997</c:v>
                </c:pt>
                <c:pt idx="75">
                  <c:v>0.53716799999999998</c:v>
                </c:pt>
                <c:pt idx="76">
                  <c:v>0.56208499999999995</c:v>
                </c:pt>
                <c:pt idx="77">
                  <c:v>0.58655299999999999</c:v>
                </c:pt>
                <c:pt idx="78">
                  <c:v>0.61355999999999999</c:v>
                </c:pt>
                <c:pt idx="79">
                  <c:v>0.64088199999999995</c:v>
                </c:pt>
                <c:pt idx="80">
                  <c:v>0.67020199999999996</c:v>
                </c:pt>
                <c:pt idx="81">
                  <c:v>0.70074400000000003</c:v>
                </c:pt>
                <c:pt idx="82">
                  <c:v>0.73285199999999995</c:v>
                </c:pt>
                <c:pt idx="83">
                  <c:v>0.76599300000000003</c:v>
                </c:pt>
                <c:pt idx="84">
                  <c:v>0.79999600000000004</c:v>
                </c:pt>
                <c:pt idx="85">
                  <c:v>0.83423499999999995</c:v>
                </c:pt>
                <c:pt idx="86">
                  <c:v>0.86814000000000002</c:v>
                </c:pt>
                <c:pt idx="87">
                  <c:v>0.90081599999999995</c:v>
                </c:pt>
                <c:pt idx="88">
                  <c:v>0.93123699999999998</c:v>
                </c:pt>
                <c:pt idx="89">
                  <c:v>0.95803300000000002</c:v>
                </c:pt>
                <c:pt idx="90">
                  <c:v>0.979545</c:v>
                </c:pt>
                <c:pt idx="91">
                  <c:v>0.99367300000000003</c:v>
                </c:pt>
                <c:pt idx="92">
                  <c:v>0.99785400000000002</c:v>
                </c:pt>
                <c:pt idx="93">
                  <c:v>0.98895</c:v>
                </c:pt>
                <c:pt idx="94">
                  <c:v>0.96325000000000005</c:v>
                </c:pt>
                <c:pt idx="95">
                  <c:v>0.91638500000000001</c:v>
                </c:pt>
                <c:pt idx="96">
                  <c:v>0.84340899999999996</c:v>
                </c:pt>
                <c:pt idx="97">
                  <c:v>0.73889000000000005</c:v>
                </c:pt>
                <c:pt idx="98">
                  <c:v>0.59729500000000002</c:v>
                </c:pt>
                <c:pt idx="99">
                  <c:v>0.41342800000000002</c:v>
                </c:pt>
                <c:pt idx="100">
                  <c:v>0.18307699999999999</c:v>
                </c:pt>
                <c:pt idx="101">
                  <c:v>-9.5888899999999999E-2</c:v>
                </c:pt>
                <c:pt idx="102">
                  <c:v>-0.42303400000000002</c:v>
                </c:pt>
                <c:pt idx="103">
                  <c:v>-0.79422599999999999</c:v>
                </c:pt>
                <c:pt idx="104">
                  <c:v>-1.2019899999999999</c:v>
                </c:pt>
                <c:pt idx="105">
                  <c:v>-1.63527</c:v>
                </c:pt>
                <c:pt idx="106">
                  <c:v>-2.0811899999999999</c:v>
                </c:pt>
                <c:pt idx="107">
                  <c:v>-2.5268600000000001</c:v>
                </c:pt>
                <c:pt idx="108">
                  <c:v>-2.95987</c:v>
                </c:pt>
                <c:pt idx="109">
                  <c:v>-3.3707799999999999</c:v>
                </c:pt>
                <c:pt idx="110">
                  <c:v>-3.7523900000000001</c:v>
                </c:pt>
                <c:pt idx="111">
                  <c:v>-4.1019600000000001</c:v>
                </c:pt>
                <c:pt idx="112">
                  <c:v>-4.41744</c:v>
                </c:pt>
                <c:pt idx="113">
                  <c:v>-4.69916</c:v>
                </c:pt>
                <c:pt idx="114">
                  <c:v>-4.9503599999999999</c:v>
                </c:pt>
                <c:pt idx="115">
                  <c:v>-5.1737200000000003</c:v>
                </c:pt>
                <c:pt idx="116">
                  <c:v>-5.3715599999999997</c:v>
                </c:pt>
                <c:pt idx="117">
                  <c:v>-5.5464700000000002</c:v>
                </c:pt>
                <c:pt idx="118">
                  <c:v>-5.7041199999999996</c:v>
                </c:pt>
                <c:pt idx="119">
                  <c:v>-5.8448900000000004</c:v>
                </c:pt>
                <c:pt idx="120">
                  <c:v>-5.9714999999999998</c:v>
                </c:pt>
                <c:pt idx="121">
                  <c:v>-6.0865499999999999</c:v>
                </c:pt>
                <c:pt idx="122">
                  <c:v>-6.1895499999999997</c:v>
                </c:pt>
                <c:pt idx="123">
                  <c:v>-6.2837899999999998</c:v>
                </c:pt>
                <c:pt idx="124">
                  <c:v>-6.3712</c:v>
                </c:pt>
                <c:pt idx="125">
                  <c:v>-6.45153</c:v>
                </c:pt>
                <c:pt idx="126">
                  <c:v>-6.5257300000000003</c:v>
                </c:pt>
                <c:pt idx="127">
                  <c:v>-6.5973800000000002</c:v>
                </c:pt>
                <c:pt idx="128">
                  <c:v>-6.66526</c:v>
                </c:pt>
                <c:pt idx="129">
                  <c:v>-6.7296800000000001</c:v>
                </c:pt>
                <c:pt idx="130">
                  <c:v>-6.7930200000000003</c:v>
                </c:pt>
                <c:pt idx="131">
                  <c:v>-6.8553100000000002</c:v>
                </c:pt>
                <c:pt idx="132">
                  <c:v>-6.91683</c:v>
                </c:pt>
                <c:pt idx="133">
                  <c:v>-6.9779600000000004</c:v>
                </c:pt>
                <c:pt idx="134">
                  <c:v>-7.0395099999999999</c:v>
                </c:pt>
                <c:pt idx="135">
                  <c:v>-7.0998099999999997</c:v>
                </c:pt>
                <c:pt idx="136">
                  <c:v>-7.1602300000000003</c:v>
                </c:pt>
                <c:pt idx="137">
                  <c:v>-7.2194399999999996</c:v>
                </c:pt>
                <c:pt idx="138">
                  <c:v>-7.2793200000000002</c:v>
                </c:pt>
                <c:pt idx="139">
                  <c:v>-7.3359399999999999</c:v>
                </c:pt>
                <c:pt idx="140">
                  <c:v>-7.38957</c:v>
                </c:pt>
                <c:pt idx="141">
                  <c:v>-7.4392399999999999</c:v>
                </c:pt>
                <c:pt idx="142">
                  <c:v>-7.4820500000000001</c:v>
                </c:pt>
                <c:pt idx="143">
                  <c:v>-7.5172299999999996</c:v>
                </c:pt>
                <c:pt idx="144">
                  <c:v>-7.5411700000000002</c:v>
                </c:pt>
                <c:pt idx="145">
                  <c:v>-7.5522999999999998</c:v>
                </c:pt>
                <c:pt idx="146">
                  <c:v>-7.5463699999999996</c:v>
                </c:pt>
                <c:pt idx="147">
                  <c:v>-7.5208899999999996</c:v>
                </c:pt>
                <c:pt idx="148">
                  <c:v>-7.4744099999999998</c:v>
                </c:pt>
                <c:pt idx="149">
                  <c:v>-7.4039700000000002</c:v>
                </c:pt>
                <c:pt idx="150">
                  <c:v>-7.3078900000000004</c:v>
                </c:pt>
                <c:pt idx="151">
                  <c:v>-7.1871799999999997</c:v>
                </c:pt>
                <c:pt idx="152">
                  <c:v>-7.0415599999999996</c:v>
                </c:pt>
                <c:pt idx="153">
                  <c:v>-6.8732600000000001</c:v>
                </c:pt>
                <c:pt idx="154">
                  <c:v>-6.6856299999999997</c:v>
                </c:pt>
                <c:pt idx="155">
                  <c:v>-6.4813799999999997</c:v>
                </c:pt>
                <c:pt idx="156">
                  <c:v>-6.2649299999999997</c:v>
                </c:pt>
                <c:pt idx="157">
                  <c:v>-6.0395899999999996</c:v>
                </c:pt>
                <c:pt idx="158">
                  <c:v>-5.8088899999999999</c:v>
                </c:pt>
                <c:pt idx="159">
                  <c:v>-5.57592</c:v>
                </c:pt>
                <c:pt idx="160">
                  <c:v>-5.3429099999999998</c:v>
                </c:pt>
                <c:pt idx="161">
                  <c:v>-5.1120400000000004</c:v>
                </c:pt>
                <c:pt idx="162">
                  <c:v>-4.8849499999999999</c:v>
                </c:pt>
                <c:pt idx="163">
                  <c:v>-4.66296</c:v>
                </c:pt>
                <c:pt idx="164">
                  <c:v>-4.4470200000000002</c:v>
                </c:pt>
                <c:pt idx="165">
                  <c:v>-4.2380699999999996</c:v>
                </c:pt>
                <c:pt idx="166">
                  <c:v>-4.0367899999999999</c:v>
                </c:pt>
                <c:pt idx="167">
                  <c:v>-3.8436400000000002</c:v>
                </c:pt>
                <c:pt idx="168">
                  <c:v>-3.65903</c:v>
                </c:pt>
                <c:pt idx="169">
                  <c:v>-3.4831500000000002</c:v>
                </c:pt>
                <c:pt idx="170">
                  <c:v>-3.3159399999999999</c:v>
                </c:pt>
                <c:pt idx="171">
                  <c:v>-3.1571199999999999</c:v>
                </c:pt>
                <c:pt idx="172">
                  <c:v>-3.0060899999999999</c:v>
                </c:pt>
                <c:pt idx="173">
                  <c:v>-2.86212</c:v>
                </c:pt>
                <c:pt idx="174">
                  <c:v>-2.7242299999999999</c:v>
                </c:pt>
                <c:pt idx="175">
                  <c:v>-2.5914299999999999</c:v>
                </c:pt>
                <c:pt idx="176">
                  <c:v>-2.4624299999999999</c:v>
                </c:pt>
                <c:pt idx="177">
                  <c:v>-2.3361399999999999</c:v>
                </c:pt>
                <c:pt idx="178">
                  <c:v>-2.2109000000000001</c:v>
                </c:pt>
                <c:pt idx="179">
                  <c:v>-2.0855800000000002</c:v>
                </c:pt>
                <c:pt idx="180">
                  <c:v>-1.9577100000000001</c:v>
                </c:pt>
                <c:pt idx="181">
                  <c:v>-1.82687</c:v>
                </c:pt>
                <c:pt idx="182">
                  <c:v>-1.6880599999999999</c:v>
                </c:pt>
                <c:pt idx="183">
                  <c:v>-1.5453300000000001</c:v>
                </c:pt>
                <c:pt idx="184">
                  <c:v>-1.4001600000000001</c:v>
                </c:pt>
                <c:pt idx="185">
                  <c:v>-1.2500800000000001</c:v>
                </c:pt>
                <c:pt idx="186">
                  <c:v>-1.1149199999999999</c:v>
                </c:pt>
                <c:pt idx="187">
                  <c:v>-1.0127900000000001</c:v>
                </c:pt>
                <c:pt idx="188">
                  <c:v>-0.92726900000000001</c:v>
                </c:pt>
                <c:pt idx="189">
                  <c:v>-0.85252700000000003</c:v>
                </c:pt>
                <c:pt idx="190">
                  <c:v>-0.78683099999999995</c:v>
                </c:pt>
                <c:pt idx="191">
                  <c:v>-0.72876099999999999</c:v>
                </c:pt>
                <c:pt idx="192">
                  <c:v>-0.67689600000000005</c:v>
                </c:pt>
                <c:pt idx="193">
                  <c:v>-0.63048000000000004</c:v>
                </c:pt>
                <c:pt idx="194">
                  <c:v>-0.58868500000000001</c:v>
                </c:pt>
                <c:pt idx="195">
                  <c:v>-0.55099299999999996</c:v>
                </c:pt>
                <c:pt idx="196">
                  <c:v>-0.51688000000000001</c:v>
                </c:pt>
                <c:pt idx="197">
                  <c:v>-0.48596499999999998</c:v>
                </c:pt>
                <c:pt idx="198">
                  <c:v>-0.45788099999999998</c:v>
                </c:pt>
                <c:pt idx="199">
                  <c:v>-0.43233700000000003</c:v>
                </c:pt>
                <c:pt idx="200">
                  <c:v>-0.40905999999999998</c:v>
                </c:pt>
                <c:pt idx="201">
                  <c:v>-0.38781900000000002</c:v>
                </c:pt>
                <c:pt idx="202">
                  <c:v>-0.36840499999999998</c:v>
                </c:pt>
                <c:pt idx="203">
                  <c:v>-0.350632</c:v>
                </c:pt>
                <c:pt idx="204">
                  <c:v>-0.33433600000000002</c:v>
                </c:pt>
                <c:pt idx="205">
                  <c:v>-0.31937100000000002</c:v>
                </c:pt>
                <c:pt idx="206">
                  <c:v>-0.30559799999999998</c:v>
                </c:pt>
                <c:pt idx="207">
                  <c:v>-0.292902</c:v>
                </c:pt>
                <c:pt idx="208">
                  <c:v>-0.28118100000000001</c:v>
                </c:pt>
                <c:pt idx="209">
                  <c:v>-0.27033499999999999</c:v>
                </c:pt>
                <c:pt idx="210">
                  <c:v>-0.260272</c:v>
                </c:pt>
                <c:pt idx="211">
                  <c:v>-0.25092300000000001</c:v>
                </c:pt>
                <c:pt idx="212">
                  <c:v>-0.24222199999999999</c:v>
                </c:pt>
                <c:pt idx="213">
                  <c:v>-0.234098</c:v>
                </c:pt>
                <c:pt idx="214">
                  <c:v>-0.226497</c:v>
                </c:pt>
                <c:pt idx="215">
                  <c:v>-0.21936800000000001</c:v>
                </c:pt>
                <c:pt idx="216">
                  <c:v>-0.21267</c:v>
                </c:pt>
                <c:pt idx="217">
                  <c:v>-0.20636299999999999</c:v>
                </c:pt>
                <c:pt idx="218">
                  <c:v>-0.200406</c:v>
                </c:pt>
                <c:pt idx="219">
                  <c:v>-0.194767</c:v>
                </c:pt>
                <c:pt idx="220">
                  <c:v>-0.189416</c:v>
                </c:pt>
                <c:pt idx="221">
                  <c:v>-0.18432699999999999</c:v>
                </c:pt>
                <c:pt idx="222">
                  <c:v>-0.179478</c:v>
                </c:pt>
                <c:pt idx="223">
                  <c:v>-0.174845</c:v>
                </c:pt>
                <c:pt idx="224">
                  <c:v>-0.17041000000000001</c:v>
                </c:pt>
                <c:pt idx="225">
                  <c:v>-0.166157</c:v>
                </c:pt>
                <c:pt idx="226">
                  <c:v>-0.16206400000000001</c:v>
                </c:pt>
                <c:pt idx="227">
                  <c:v>-0.15812399999999999</c:v>
                </c:pt>
                <c:pt idx="228">
                  <c:v>-0.15431900000000001</c:v>
                </c:pt>
                <c:pt idx="229">
                  <c:v>-0.150641</c:v>
                </c:pt>
                <c:pt idx="230">
                  <c:v>-0.14707799999999999</c:v>
                </c:pt>
                <c:pt idx="231">
                  <c:v>-0.143621</c:v>
                </c:pt>
                <c:pt idx="232">
                  <c:v>-0.14025899999999999</c:v>
                </c:pt>
                <c:pt idx="233">
                  <c:v>-0.13698399999999999</c:v>
                </c:pt>
                <c:pt idx="234">
                  <c:v>-0.13378599999999999</c:v>
                </c:pt>
                <c:pt idx="235">
                  <c:v>-0.13066</c:v>
                </c:pt>
                <c:pt idx="236">
                  <c:v>-0.12759400000000001</c:v>
                </c:pt>
                <c:pt idx="237">
                  <c:v>-0.12459000000000001</c:v>
                </c:pt>
                <c:pt idx="238">
                  <c:v>-0.12163</c:v>
                </c:pt>
                <c:pt idx="239">
                  <c:v>-0.118723</c:v>
                </c:pt>
                <c:pt idx="240">
                  <c:v>-0.115844</c:v>
                </c:pt>
                <c:pt idx="241">
                  <c:v>-0.113011</c:v>
                </c:pt>
                <c:pt idx="242">
                  <c:v>-0.110176</c:v>
                </c:pt>
                <c:pt idx="243">
                  <c:v>-0.107391</c:v>
                </c:pt>
                <c:pt idx="244">
                  <c:v>-0.104535</c:v>
                </c:pt>
                <c:pt idx="245">
                  <c:v>-0.10176</c:v>
                </c:pt>
                <c:pt idx="246">
                  <c:v>-9.8700999999999997E-2</c:v>
                </c:pt>
                <c:pt idx="247">
                  <c:v>-9.58233E-2</c:v>
                </c:pt>
                <c:pt idx="248">
                  <c:v>-9.1941700000000001E-2</c:v>
                </c:pt>
                <c:pt idx="249">
                  <c:v>-8.8669499999999998E-2</c:v>
                </c:pt>
                <c:pt idx="250">
                  <c:v>-8.1995799999999994E-2</c:v>
                </c:pt>
                <c:pt idx="251">
                  <c:v>-7.8377699999999995E-2</c:v>
                </c:pt>
                <c:pt idx="252">
                  <c:v>-6.16313E-2</c:v>
                </c:pt>
                <c:pt idx="253">
                  <c:v>-6.3864500000000005E-2</c:v>
                </c:pt>
                <c:pt idx="254">
                  <c:v>2.8344999999999999E-2</c:v>
                </c:pt>
                <c:pt idx="255">
                  <c:v>-9.0889700000000004E-2</c:v>
                </c:pt>
                <c:pt idx="256">
                  <c:v>8.2040799999999997E-2</c:v>
                </c:pt>
                <c:pt idx="257">
                  <c:v>9.2915700000000004E-2</c:v>
                </c:pt>
                <c:pt idx="258">
                  <c:v>8.8075200000000006E-2</c:v>
                </c:pt>
                <c:pt idx="259">
                  <c:v>9.5386600000000002E-2</c:v>
                </c:pt>
                <c:pt idx="260">
                  <c:v>9.75776E-2</c:v>
                </c:pt>
                <c:pt idx="261">
                  <c:v>0.10331799999999999</c:v>
                </c:pt>
                <c:pt idx="262">
                  <c:v>0.106707</c:v>
                </c:pt>
                <c:pt idx="263">
                  <c:v>0.11166</c:v>
                </c:pt>
                <c:pt idx="264">
                  <c:v>0.11565</c:v>
                </c:pt>
                <c:pt idx="265">
                  <c:v>0.12021800000000001</c:v>
                </c:pt>
                <c:pt idx="266">
                  <c:v>0.124309</c:v>
                </c:pt>
                <c:pt idx="267">
                  <c:v>0.12859499999999999</c:v>
                </c:pt>
                <c:pt idx="268">
                  <c:v>0.132628</c:v>
                </c:pt>
                <c:pt idx="269">
                  <c:v>0.13672300000000001</c:v>
                </c:pt>
                <c:pt idx="270">
                  <c:v>0.14067099999999999</c:v>
                </c:pt>
                <c:pt idx="271">
                  <c:v>0.14463500000000001</c:v>
                </c:pt>
                <c:pt idx="272">
                  <c:v>0.14850099999999999</c:v>
                </c:pt>
                <c:pt idx="273">
                  <c:v>0.15237600000000001</c:v>
                </c:pt>
                <c:pt idx="274">
                  <c:v>0.15617700000000001</c:v>
                </c:pt>
                <c:pt idx="275">
                  <c:v>0.15997700000000001</c:v>
                </c:pt>
                <c:pt idx="276">
                  <c:v>0.16373799999999999</c:v>
                </c:pt>
                <c:pt idx="277">
                  <c:v>0.167516</c:v>
                </c:pt>
                <c:pt idx="278">
                  <c:v>0.171316</c:v>
                </c:pt>
                <c:pt idx="279">
                  <c:v>0.17508799999999999</c:v>
                </c:pt>
                <c:pt idx="280">
                  <c:v>0.17865400000000001</c:v>
                </c:pt>
                <c:pt idx="281">
                  <c:v>0.17952899999999999</c:v>
                </c:pt>
                <c:pt idx="282">
                  <c:v>0.17671899999999999</c:v>
                </c:pt>
                <c:pt idx="283">
                  <c:v>0.17452699999999999</c:v>
                </c:pt>
                <c:pt idx="284">
                  <c:v>0.19045999999999999</c:v>
                </c:pt>
                <c:pt idx="285">
                  <c:v>0.19717799999999999</c:v>
                </c:pt>
                <c:pt idx="286">
                  <c:v>0.20161100000000001</c:v>
                </c:pt>
                <c:pt idx="287">
                  <c:v>0.205896</c:v>
                </c:pt>
                <c:pt idx="288">
                  <c:v>0.20944699999999999</c:v>
                </c:pt>
                <c:pt idx="289">
                  <c:v>0.21315300000000001</c:v>
                </c:pt>
                <c:pt idx="290">
                  <c:v>0.21696499999999999</c:v>
                </c:pt>
                <c:pt idx="291">
                  <c:v>0.22083900000000001</c:v>
                </c:pt>
                <c:pt idx="292">
                  <c:v>0.224775</c:v>
                </c:pt>
                <c:pt idx="293">
                  <c:v>0.22874</c:v>
                </c:pt>
                <c:pt idx="294">
                  <c:v>0.232741</c:v>
                </c:pt>
                <c:pt idx="295">
                  <c:v>0.23682900000000001</c:v>
                </c:pt>
                <c:pt idx="296">
                  <c:v>0.240984</c:v>
                </c:pt>
                <c:pt idx="297">
                  <c:v>0.245196</c:v>
                </c:pt>
                <c:pt idx="298">
                  <c:v>0.24946499999999999</c:v>
                </c:pt>
                <c:pt idx="299">
                  <c:v>0.25379800000000002</c:v>
                </c:pt>
                <c:pt idx="300">
                  <c:v>0.25819799999999998</c:v>
                </c:pt>
                <c:pt idx="301">
                  <c:v>0.26266899999999999</c:v>
                </c:pt>
                <c:pt idx="302">
                  <c:v>0.26721600000000001</c:v>
                </c:pt>
                <c:pt idx="303">
                  <c:v>0.27184399999999997</c:v>
                </c:pt>
                <c:pt idx="304">
                  <c:v>0.276559</c:v>
                </c:pt>
                <c:pt idx="305">
                  <c:v>0.28136499999999998</c:v>
                </c:pt>
                <c:pt idx="306">
                  <c:v>0.286271</c:v>
                </c:pt>
                <c:pt idx="307">
                  <c:v>0.29128199999999999</c:v>
                </c:pt>
                <c:pt idx="308">
                  <c:v>0.29640699999999998</c:v>
                </c:pt>
                <c:pt idx="309">
                  <c:v>0.301653</c:v>
                </c:pt>
                <c:pt idx="310">
                  <c:v>0.307031</c:v>
                </c:pt>
                <c:pt idx="311">
                  <c:v>0.312552</c:v>
                </c:pt>
                <c:pt idx="312">
                  <c:v>0.31822800000000001</c:v>
                </c:pt>
                <c:pt idx="313">
                  <c:v>0.32407399999999997</c:v>
                </c:pt>
                <c:pt idx="314">
                  <c:v>0.33010600000000001</c:v>
                </c:pt>
                <c:pt idx="315">
                  <c:v>0.33634399999999998</c:v>
                </c:pt>
                <c:pt idx="316">
                  <c:v>0.34281400000000001</c:v>
                </c:pt>
                <c:pt idx="317">
                  <c:v>0.34953899999999999</c:v>
                </c:pt>
                <c:pt idx="318">
                  <c:v>0.35656300000000002</c:v>
                </c:pt>
                <c:pt idx="319">
                  <c:v>0.36391600000000002</c:v>
                </c:pt>
                <c:pt idx="320">
                  <c:v>0.371674</c:v>
                </c:pt>
                <c:pt idx="321">
                  <c:v>0.37987100000000001</c:v>
                </c:pt>
                <c:pt idx="322">
                  <c:v>0.38865300000000003</c:v>
                </c:pt>
                <c:pt idx="323">
                  <c:v>0.39804400000000001</c:v>
                </c:pt>
                <c:pt idx="324">
                  <c:v>0.40836699999999998</c:v>
                </c:pt>
                <c:pt idx="325">
                  <c:v>0.41952099999999998</c:v>
                </c:pt>
                <c:pt idx="326">
                  <c:v>0.43251699999999998</c:v>
                </c:pt>
                <c:pt idx="327">
                  <c:v>0.44508300000000001</c:v>
                </c:pt>
                <c:pt idx="328">
                  <c:v>0.46673100000000001</c:v>
                </c:pt>
                <c:pt idx="329">
                  <c:v>0.49140200000000001</c:v>
                </c:pt>
                <c:pt idx="330">
                  <c:v>0.51171299999999997</c:v>
                </c:pt>
                <c:pt idx="331">
                  <c:v>0.53717199999999998</c:v>
                </c:pt>
                <c:pt idx="332">
                  <c:v>0.56208999999999998</c:v>
                </c:pt>
                <c:pt idx="333">
                  <c:v>0.58655900000000005</c:v>
                </c:pt>
                <c:pt idx="334">
                  <c:v>0.61356699999999997</c:v>
                </c:pt>
                <c:pt idx="335">
                  <c:v>0.64088999999999996</c:v>
                </c:pt>
                <c:pt idx="336">
                  <c:v>0.670211</c:v>
                </c:pt>
                <c:pt idx="337">
                  <c:v>0.70075299999999996</c:v>
                </c:pt>
                <c:pt idx="338">
                  <c:v>0.73286099999999998</c:v>
                </c:pt>
                <c:pt idx="339">
                  <c:v>0.76600299999999999</c:v>
                </c:pt>
                <c:pt idx="340">
                  <c:v>0.80000599999999999</c:v>
                </c:pt>
                <c:pt idx="341">
                  <c:v>0.83424500000000001</c:v>
                </c:pt>
                <c:pt idx="342">
                  <c:v>0.86814899999999995</c:v>
                </c:pt>
                <c:pt idx="343">
                  <c:v>0.90082499999999999</c:v>
                </c:pt>
                <c:pt idx="344">
                  <c:v>0.93124600000000002</c:v>
                </c:pt>
                <c:pt idx="345">
                  <c:v>0.95804100000000003</c:v>
                </c:pt>
                <c:pt idx="346">
                  <c:v>0.97955199999999998</c:v>
                </c:pt>
                <c:pt idx="347">
                  <c:v>0.99368000000000001</c:v>
                </c:pt>
                <c:pt idx="348">
                  <c:v>0.99785900000000005</c:v>
                </c:pt>
                <c:pt idx="349">
                  <c:v>0.988954</c:v>
                </c:pt>
                <c:pt idx="350">
                  <c:v>0.96325300000000003</c:v>
                </c:pt>
                <c:pt idx="351">
                  <c:v>0.91638699999999995</c:v>
                </c:pt>
                <c:pt idx="352">
                  <c:v>0.84340899999999996</c:v>
                </c:pt>
                <c:pt idx="353">
                  <c:v>0.73888900000000002</c:v>
                </c:pt>
                <c:pt idx="354">
                  <c:v>0.59729200000000005</c:v>
                </c:pt>
                <c:pt idx="355">
                  <c:v>0.41342400000000001</c:v>
                </c:pt>
                <c:pt idx="356">
                  <c:v>0.18307000000000001</c:v>
                </c:pt>
                <c:pt idx="357">
                  <c:v>-9.5897499999999997E-2</c:v>
                </c:pt>
                <c:pt idx="358">
                  <c:v>-0.423045</c:v>
                </c:pt>
                <c:pt idx="359">
                  <c:v>-0.794238</c:v>
                </c:pt>
                <c:pt idx="360">
                  <c:v>-1.202</c:v>
                </c:pt>
                <c:pt idx="361">
                  <c:v>-1.6352800000000001</c:v>
                </c:pt>
                <c:pt idx="362">
                  <c:v>-2.08121</c:v>
                </c:pt>
                <c:pt idx="363">
                  <c:v>-2.5268799999999998</c:v>
                </c:pt>
                <c:pt idx="364">
                  <c:v>-2.9598900000000001</c:v>
                </c:pt>
                <c:pt idx="365">
                  <c:v>-3.3708</c:v>
                </c:pt>
                <c:pt idx="366">
                  <c:v>-3.7524099999999998</c:v>
                </c:pt>
                <c:pt idx="367">
                  <c:v>-4.1019899999999998</c:v>
                </c:pt>
                <c:pt idx="368">
                  <c:v>-4.4174600000000002</c:v>
                </c:pt>
                <c:pt idx="369">
                  <c:v>-4.6991800000000001</c:v>
                </c:pt>
                <c:pt idx="370">
                  <c:v>-4.95038</c:v>
                </c:pt>
                <c:pt idx="371">
                  <c:v>-5.1737399999999996</c:v>
                </c:pt>
                <c:pt idx="372">
                  <c:v>-5.3715900000000003</c:v>
                </c:pt>
                <c:pt idx="373">
                  <c:v>-5.5465099999999996</c:v>
                </c:pt>
                <c:pt idx="374">
                  <c:v>-5.7041500000000003</c:v>
                </c:pt>
                <c:pt idx="375">
                  <c:v>-5.8449200000000001</c:v>
                </c:pt>
                <c:pt idx="376">
                  <c:v>-5.9715299999999996</c:v>
                </c:pt>
                <c:pt idx="377">
                  <c:v>-6.0865900000000002</c:v>
                </c:pt>
                <c:pt idx="378">
                  <c:v>-6.1895800000000003</c:v>
                </c:pt>
                <c:pt idx="379">
                  <c:v>-6.2838200000000004</c:v>
                </c:pt>
                <c:pt idx="380">
                  <c:v>-6.3712299999999997</c:v>
                </c:pt>
                <c:pt idx="381">
                  <c:v>-6.4515700000000002</c:v>
                </c:pt>
                <c:pt idx="382">
                  <c:v>-6.5257699999999996</c:v>
                </c:pt>
                <c:pt idx="383">
                  <c:v>-6.5974199999999996</c:v>
                </c:pt>
                <c:pt idx="384">
                  <c:v>-6.6653000000000002</c:v>
                </c:pt>
                <c:pt idx="385">
                  <c:v>-6.7297200000000004</c:v>
                </c:pt>
                <c:pt idx="386">
                  <c:v>-6.7930599999999997</c:v>
                </c:pt>
                <c:pt idx="387">
                  <c:v>-6.8553499999999996</c:v>
                </c:pt>
                <c:pt idx="388">
                  <c:v>-6.9168700000000003</c:v>
                </c:pt>
                <c:pt idx="389">
                  <c:v>-6.9779999999999998</c:v>
                </c:pt>
                <c:pt idx="390">
                  <c:v>-7.0395500000000002</c:v>
                </c:pt>
                <c:pt idx="391">
                  <c:v>-7.09985</c:v>
                </c:pt>
                <c:pt idx="392">
                  <c:v>-7.1602600000000001</c:v>
                </c:pt>
                <c:pt idx="393">
                  <c:v>-7.2194799999999999</c:v>
                </c:pt>
                <c:pt idx="394">
                  <c:v>-7.27935</c:v>
                </c:pt>
                <c:pt idx="395">
                  <c:v>-7.3359800000000002</c:v>
                </c:pt>
                <c:pt idx="396">
                  <c:v>-7.3896100000000002</c:v>
                </c:pt>
                <c:pt idx="397">
                  <c:v>-7.4392800000000001</c:v>
                </c:pt>
                <c:pt idx="398">
                  <c:v>-7.4820900000000004</c:v>
                </c:pt>
                <c:pt idx="399">
                  <c:v>-7.5172699999999999</c:v>
                </c:pt>
                <c:pt idx="400">
                  <c:v>-7.5412100000000004</c:v>
                </c:pt>
                <c:pt idx="401">
                  <c:v>-7.5523400000000001</c:v>
                </c:pt>
                <c:pt idx="402">
                  <c:v>-7.5464000000000002</c:v>
                </c:pt>
                <c:pt idx="403">
                  <c:v>-7.5209299999999999</c:v>
                </c:pt>
                <c:pt idx="404">
                  <c:v>-7.47445</c:v>
                </c:pt>
                <c:pt idx="405">
                  <c:v>-7.4040100000000004</c:v>
                </c:pt>
                <c:pt idx="406">
                  <c:v>-7.3079299999999998</c:v>
                </c:pt>
                <c:pt idx="407">
                  <c:v>-7.1872199999999999</c:v>
                </c:pt>
                <c:pt idx="408">
                  <c:v>-7.0415999999999999</c:v>
                </c:pt>
                <c:pt idx="409">
                  <c:v>-6.87331</c:v>
                </c:pt>
                <c:pt idx="410">
                  <c:v>-6.6856799999999996</c:v>
                </c:pt>
                <c:pt idx="411">
                  <c:v>-6.48142</c:v>
                </c:pt>
                <c:pt idx="412">
                  <c:v>-6.2649699999999999</c:v>
                </c:pt>
                <c:pt idx="413">
                  <c:v>-6.0396400000000003</c:v>
                </c:pt>
                <c:pt idx="414">
                  <c:v>-5.8089300000000001</c:v>
                </c:pt>
                <c:pt idx="415">
                  <c:v>-5.5759699999999999</c:v>
                </c:pt>
                <c:pt idx="416">
                  <c:v>-5.3429599999999997</c:v>
                </c:pt>
                <c:pt idx="417">
                  <c:v>-5.1120799999999997</c:v>
                </c:pt>
                <c:pt idx="418">
                  <c:v>-4.8849999999999998</c:v>
                </c:pt>
                <c:pt idx="419">
                  <c:v>-4.6630000000000003</c:v>
                </c:pt>
                <c:pt idx="420">
                  <c:v>-4.4470599999999996</c:v>
                </c:pt>
                <c:pt idx="421">
                  <c:v>-4.2381200000000003</c:v>
                </c:pt>
                <c:pt idx="422">
                  <c:v>-4.0368300000000001</c:v>
                </c:pt>
                <c:pt idx="423">
                  <c:v>-3.84368</c:v>
                </c:pt>
                <c:pt idx="424">
                  <c:v>-3.6590699999999998</c:v>
                </c:pt>
                <c:pt idx="425">
                  <c:v>-3.48319</c:v>
                </c:pt>
                <c:pt idx="426">
                  <c:v>-3.3159900000000002</c:v>
                </c:pt>
                <c:pt idx="427">
                  <c:v>-3.1571600000000002</c:v>
                </c:pt>
                <c:pt idx="428">
                  <c:v>-3.0061399999999998</c:v>
                </c:pt>
                <c:pt idx="429">
                  <c:v>-2.8621699999999999</c:v>
                </c:pt>
                <c:pt idx="430">
                  <c:v>-2.7242700000000002</c:v>
                </c:pt>
                <c:pt idx="431">
                  <c:v>-2.5914700000000002</c:v>
                </c:pt>
                <c:pt idx="432">
                  <c:v>-2.4624700000000002</c:v>
                </c:pt>
                <c:pt idx="433">
                  <c:v>-2.3361900000000002</c:v>
                </c:pt>
                <c:pt idx="434">
                  <c:v>-2.21095</c:v>
                </c:pt>
                <c:pt idx="435">
                  <c:v>-2.0856300000000001</c:v>
                </c:pt>
                <c:pt idx="436">
                  <c:v>-1.9577599999999999</c:v>
                </c:pt>
                <c:pt idx="437">
                  <c:v>-1.8269200000000001</c:v>
                </c:pt>
                <c:pt idx="438">
                  <c:v>-1.68811</c:v>
                </c:pt>
                <c:pt idx="439">
                  <c:v>-1.54538</c:v>
                </c:pt>
                <c:pt idx="440">
                  <c:v>-1.40022</c:v>
                </c:pt>
                <c:pt idx="441">
                  <c:v>-1.25014</c:v>
                </c:pt>
                <c:pt idx="442">
                  <c:v>-1.1149800000000001</c:v>
                </c:pt>
                <c:pt idx="443">
                  <c:v>-1.0128600000000001</c:v>
                </c:pt>
                <c:pt idx="444">
                  <c:v>-0.92734000000000005</c:v>
                </c:pt>
                <c:pt idx="445">
                  <c:v>-0.85260100000000005</c:v>
                </c:pt>
                <c:pt idx="446">
                  <c:v>-0.78690700000000002</c:v>
                </c:pt>
                <c:pt idx="447">
                  <c:v>-0.72883900000000001</c:v>
                </c:pt>
                <c:pt idx="448">
                  <c:v>-0.67697399999999996</c:v>
                </c:pt>
                <c:pt idx="449">
                  <c:v>-0.63055899999999998</c:v>
                </c:pt>
                <c:pt idx="450">
                  <c:v>-0.58876399999999995</c:v>
                </c:pt>
                <c:pt idx="451">
                  <c:v>-0.55107200000000001</c:v>
                </c:pt>
                <c:pt idx="452">
                  <c:v>-0.51695800000000003</c:v>
                </c:pt>
                <c:pt idx="453">
                  <c:v>-0.48604199999999997</c:v>
                </c:pt>
                <c:pt idx="454">
                  <c:v>-0.457957</c:v>
                </c:pt>
                <c:pt idx="455">
                  <c:v>-0.43241099999999999</c:v>
                </c:pt>
                <c:pt idx="456">
                  <c:v>-0.409132</c:v>
                </c:pt>
                <c:pt idx="457">
                  <c:v>-0.38788800000000001</c:v>
                </c:pt>
                <c:pt idx="458">
                  <c:v>-0.36847000000000002</c:v>
                </c:pt>
                <c:pt idx="459">
                  <c:v>-0.35069400000000001</c:v>
                </c:pt>
                <c:pt idx="460">
                  <c:v>-0.33439400000000002</c:v>
                </c:pt>
                <c:pt idx="461">
                  <c:v>-0.31942599999999999</c:v>
                </c:pt>
                <c:pt idx="462">
                  <c:v>-0.305649</c:v>
                </c:pt>
                <c:pt idx="463">
                  <c:v>-0.29294900000000001</c:v>
                </c:pt>
                <c:pt idx="464">
                  <c:v>-0.281225</c:v>
                </c:pt>
                <c:pt idx="465">
                  <c:v>-0.270374</c:v>
                </c:pt>
                <c:pt idx="466">
                  <c:v>-0.26030799999999998</c:v>
                </c:pt>
                <c:pt idx="467">
                  <c:v>-0.25095499999999998</c:v>
                </c:pt>
                <c:pt idx="468">
                  <c:v>-0.24224999999999999</c:v>
                </c:pt>
                <c:pt idx="469">
                  <c:v>-0.234123</c:v>
                </c:pt>
                <c:pt idx="470">
                  <c:v>-0.226519</c:v>
                </c:pt>
                <c:pt idx="471">
                  <c:v>-0.219387</c:v>
                </c:pt>
                <c:pt idx="472">
                  <c:v>-0.21268500000000001</c:v>
                </c:pt>
                <c:pt idx="473">
                  <c:v>-0.206374</c:v>
                </c:pt>
                <c:pt idx="474">
                  <c:v>-0.20041500000000001</c:v>
                </c:pt>
                <c:pt idx="475">
                  <c:v>-0.194772</c:v>
                </c:pt>
                <c:pt idx="476">
                  <c:v>-0.189418</c:v>
                </c:pt>
                <c:pt idx="477">
                  <c:v>-0.18432599999999999</c:v>
                </c:pt>
                <c:pt idx="478">
                  <c:v>-0.17947399999999999</c:v>
                </c:pt>
                <c:pt idx="479">
                  <c:v>-0.17483799999999999</c:v>
                </c:pt>
                <c:pt idx="480">
                  <c:v>-0.170401</c:v>
                </c:pt>
                <c:pt idx="481">
                  <c:v>-0.16614499999999999</c:v>
                </c:pt>
                <c:pt idx="482">
                  <c:v>-0.16205</c:v>
                </c:pt>
                <c:pt idx="483">
                  <c:v>-0.158108</c:v>
                </c:pt>
                <c:pt idx="484">
                  <c:v>-0.15430099999999999</c:v>
                </c:pt>
                <c:pt idx="485">
                  <c:v>-0.15062200000000001</c:v>
                </c:pt>
                <c:pt idx="486">
                  <c:v>-0.14705799999999999</c:v>
                </c:pt>
                <c:pt idx="487">
                  <c:v>-0.14360000000000001</c:v>
                </c:pt>
                <c:pt idx="488">
                  <c:v>-0.140237</c:v>
                </c:pt>
                <c:pt idx="489">
                  <c:v>-0.136962</c:v>
                </c:pt>
                <c:pt idx="490">
                  <c:v>-0.13376299999999999</c:v>
                </c:pt>
                <c:pt idx="491">
                  <c:v>-0.130637</c:v>
                </c:pt>
                <c:pt idx="492">
                  <c:v>-0.12757199999999999</c:v>
                </c:pt>
                <c:pt idx="493">
                  <c:v>-0.124568</c:v>
                </c:pt>
                <c:pt idx="494">
                  <c:v>-0.12160799999999999</c:v>
                </c:pt>
                <c:pt idx="495">
                  <c:v>-0.118702</c:v>
                </c:pt>
                <c:pt idx="496">
                  <c:v>-0.115824</c:v>
                </c:pt>
                <c:pt idx="497">
                  <c:v>-0.112993</c:v>
                </c:pt>
                <c:pt idx="498">
                  <c:v>-0.11015900000000001</c:v>
                </c:pt>
                <c:pt idx="499">
                  <c:v>-0.107377</c:v>
                </c:pt>
                <c:pt idx="500">
                  <c:v>-0.104523</c:v>
                </c:pt>
                <c:pt idx="501">
                  <c:v>-0.10175099999999999</c:v>
                </c:pt>
                <c:pt idx="502">
                  <c:v>-9.8695500000000005E-2</c:v>
                </c:pt>
                <c:pt idx="503">
                  <c:v>-9.58204E-2</c:v>
                </c:pt>
                <c:pt idx="504">
                  <c:v>-9.1941200000000001E-2</c:v>
                </c:pt>
                <c:pt idx="505">
                  <c:v>-8.8671600000000003E-2</c:v>
                </c:pt>
                <c:pt idx="506">
                  <c:v>-8.2000900000000002E-2</c:v>
                </c:pt>
                <c:pt idx="507">
                  <c:v>-7.8386399999999995E-2</c:v>
                </c:pt>
                <c:pt idx="508">
                  <c:v>-6.1650400000000001E-2</c:v>
                </c:pt>
                <c:pt idx="509">
                  <c:v>-6.3899999999999998E-2</c:v>
                </c:pt>
                <c:pt idx="510">
                  <c:v>2.83016E-2</c:v>
                </c:pt>
                <c:pt idx="511">
                  <c:v>-9.0949699999999994E-2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353-4D2C-A11A-B3D451F48406}"/>
            </c:ext>
          </c:extLst>
        </c:ser>
        <c:ser>
          <c:idx val="1"/>
          <c:order val="1"/>
          <c:tx>
            <c:v>NASA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na!$G$1:$G$51</c:f>
              <c:numCache>
                <c:formatCode>0.00E+00</c:formatCode>
                <c:ptCount val="51"/>
                <c:pt idx="0">
                  <c:v>1</c:v>
                </c:pt>
                <c:pt idx="1">
                  <c:v>0.99139999999999995</c:v>
                </c:pt>
                <c:pt idx="2">
                  <c:v>0.91180000000000005</c:v>
                </c:pt>
                <c:pt idx="3">
                  <c:v>0.81869999999999998</c:v>
                </c:pt>
                <c:pt idx="4">
                  <c:v>0.76470000000000005</c:v>
                </c:pt>
                <c:pt idx="5">
                  <c:v>0.65959999999999996</c:v>
                </c:pt>
                <c:pt idx="6">
                  <c:v>0.58760000000000001</c:v>
                </c:pt>
                <c:pt idx="7">
                  <c:v>0.51659999999999995</c:v>
                </c:pt>
                <c:pt idx="8">
                  <c:v>0.4456</c:v>
                </c:pt>
                <c:pt idx="9">
                  <c:v>0.37640000000000001</c:v>
                </c:pt>
                <c:pt idx="10">
                  <c:v>0.30640000000000001</c:v>
                </c:pt>
                <c:pt idx="11">
                  <c:v>0.27079999999999999</c:v>
                </c:pt>
                <c:pt idx="12">
                  <c:v>0.2394</c:v>
                </c:pt>
                <c:pt idx="13">
                  <c:v>0.2074</c:v>
                </c:pt>
                <c:pt idx="14">
                  <c:v>0.15959999999999999</c:v>
                </c:pt>
                <c:pt idx="15">
                  <c:v>0.128</c:v>
                </c:pt>
                <c:pt idx="16">
                  <c:v>8.1000000000000003E-2</c:v>
                </c:pt>
                <c:pt idx="17">
                  <c:v>5.0599999999999999E-2</c:v>
                </c:pt>
                <c:pt idx="18">
                  <c:v>2.8299999999999999E-2</c:v>
                </c:pt>
                <c:pt idx="19">
                  <c:v>8.2000000000000007E-3</c:v>
                </c:pt>
                <c:pt idx="20">
                  <c:v>-2.9999999999999997E-4</c:v>
                </c:pt>
                <c:pt idx="21">
                  <c:v>1.4500000000000001E-2</c:v>
                </c:pt>
                <c:pt idx="22">
                  <c:v>2.9600000000000001E-2</c:v>
                </c:pt>
                <c:pt idx="23">
                  <c:v>4.8899999999999999E-2</c:v>
                </c:pt>
                <c:pt idx="24">
                  <c:v>7.5200000000000003E-2</c:v>
                </c:pt>
                <c:pt idx="25">
                  <c:v>0.1009</c:v>
                </c:pt>
                <c:pt idx="26">
                  <c:v>0.1283</c:v>
                </c:pt>
                <c:pt idx="27">
                  <c:v>0.15240000000000001</c:v>
                </c:pt>
                <c:pt idx="28">
                  <c:v>0.1832</c:v>
                </c:pt>
                <c:pt idx="29">
                  <c:v>0.2145</c:v>
                </c:pt>
                <c:pt idx="30">
                  <c:v>0.2482</c:v>
                </c:pt>
                <c:pt idx="31">
                  <c:v>0.28270000000000001</c:v>
                </c:pt>
                <c:pt idx="32">
                  <c:v>0.31890000000000002</c:v>
                </c:pt>
                <c:pt idx="33">
                  <c:v>0.3508</c:v>
                </c:pt>
                <c:pt idx="34">
                  <c:v>0.38990000000000002</c:v>
                </c:pt>
                <c:pt idx="35">
                  <c:v>0.42509999999999998</c:v>
                </c:pt>
                <c:pt idx="36">
                  <c:v>0.4602</c:v>
                </c:pt>
                <c:pt idx="37">
                  <c:v>0.49409999999999998</c:v>
                </c:pt>
                <c:pt idx="38">
                  <c:v>0.52969999999999995</c:v>
                </c:pt>
                <c:pt idx="39">
                  <c:v>0.56630000000000003</c:v>
                </c:pt>
                <c:pt idx="40">
                  <c:v>0.59709999999999996</c:v>
                </c:pt>
                <c:pt idx="41">
                  <c:v>0.62829999999999997</c:v>
                </c:pt>
                <c:pt idx="42">
                  <c:v>0.65900000000000003</c:v>
                </c:pt>
                <c:pt idx="43">
                  <c:v>0.71980010000000005</c:v>
                </c:pt>
                <c:pt idx="44">
                  <c:v>0.7893</c:v>
                </c:pt>
                <c:pt idx="45">
                  <c:v>0.88780000000000003</c:v>
                </c:pt>
                <c:pt idx="46">
                  <c:v>0.93069999999999997</c:v>
                </c:pt>
                <c:pt idx="47">
                  <c:v>0.95089999999999997</c:v>
                </c:pt>
                <c:pt idx="48">
                  <c:v>0.97410010000000002</c:v>
                </c:pt>
                <c:pt idx="49">
                  <c:v>0.98560000000000003</c:v>
                </c:pt>
                <c:pt idx="50">
                  <c:v>1</c:v>
                </c:pt>
              </c:numCache>
            </c:numRef>
          </c:xVal>
          <c:yVal>
            <c:numRef>
              <c:f>na!$I$1:$I$51</c:f>
              <c:numCache>
                <c:formatCode>0.00E+00</c:formatCode>
                <c:ptCount val="51"/>
                <c:pt idx="0">
                  <c:v>-0.34901379999999999</c:v>
                </c:pt>
                <c:pt idx="1">
                  <c:v>-0.25542690000000001</c:v>
                </c:pt>
                <c:pt idx="2">
                  <c:v>-2.5058750000000001E-2</c:v>
                </c:pt>
                <c:pt idx="3">
                  <c:v>9.0125079999999996E-2</c:v>
                </c:pt>
                <c:pt idx="4">
                  <c:v>0.12612010000000001</c:v>
                </c:pt>
                <c:pt idx="5">
                  <c:v>0.1837125</c:v>
                </c:pt>
                <c:pt idx="6">
                  <c:v>0.23410510000000001</c:v>
                </c:pt>
                <c:pt idx="7">
                  <c:v>0.27729939999999997</c:v>
                </c:pt>
                <c:pt idx="8">
                  <c:v>0.32049319999999998</c:v>
                </c:pt>
                <c:pt idx="9">
                  <c:v>0.36368699999999998</c:v>
                </c:pt>
                <c:pt idx="10">
                  <c:v>0.42127940000000003</c:v>
                </c:pt>
                <c:pt idx="11">
                  <c:v>0.45007510000000001</c:v>
                </c:pt>
                <c:pt idx="12">
                  <c:v>0.4788713</c:v>
                </c:pt>
                <c:pt idx="13">
                  <c:v>0.50766750000000005</c:v>
                </c:pt>
                <c:pt idx="14">
                  <c:v>0.57245780000000002</c:v>
                </c:pt>
                <c:pt idx="15">
                  <c:v>0.63724899999999995</c:v>
                </c:pt>
                <c:pt idx="16">
                  <c:v>0.78842829999999997</c:v>
                </c:pt>
                <c:pt idx="17">
                  <c:v>0.9180102</c:v>
                </c:pt>
                <c:pt idx="18">
                  <c:v>0.9900002</c:v>
                </c:pt>
                <c:pt idx="19">
                  <c:v>0.16931389999999999</c:v>
                </c:pt>
                <c:pt idx="20">
                  <c:v>-6.2089999999999996</c:v>
                </c:pt>
                <c:pt idx="21">
                  <c:v>-5.1219510000000001</c:v>
                </c:pt>
                <c:pt idx="22">
                  <c:v>-3.6821510000000002</c:v>
                </c:pt>
                <c:pt idx="23">
                  <c:v>-3.4085890000000001</c:v>
                </c:pt>
                <c:pt idx="24">
                  <c:v>-3.0774349999999999</c:v>
                </c:pt>
                <c:pt idx="25">
                  <c:v>-2.7678780000000001</c:v>
                </c:pt>
                <c:pt idx="26">
                  <c:v>-2.559107</c:v>
                </c:pt>
                <c:pt idx="27">
                  <c:v>-2.422326</c:v>
                </c:pt>
                <c:pt idx="28">
                  <c:v>-2.2351519999999998</c:v>
                </c:pt>
                <c:pt idx="29">
                  <c:v>-2.0983710000000002</c:v>
                </c:pt>
                <c:pt idx="30">
                  <c:v>-1.947192</c:v>
                </c:pt>
                <c:pt idx="31">
                  <c:v>-1.8176099999999999</c:v>
                </c:pt>
                <c:pt idx="32">
                  <c:v>-1.6808289999999999</c:v>
                </c:pt>
                <c:pt idx="33">
                  <c:v>-1.5584450000000001</c:v>
                </c:pt>
                <c:pt idx="34">
                  <c:v>-1.3928689999999999</c:v>
                </c:pt>
                <c:pt idx="35">
                  <c:v>-1.2560880000000001</c:v>
                </c:pt>
                <c:pt idx="36">
                  <c:v>-1.133705</c:v>
                </c:pt>
                <c:pt idx="37">
                  <c:v>-1.018521</c:v>
                </c:pt>
                <c:pt idx="38">
                  <c:v>-0.8961382</c:v>
                </c:pt>
                <c:pt idx="39">
                  <c:v>-0.79535199999999995</c:v>
                </c:pt>
                <c:pt idx="40">
                  <c:v>-0.70176510000000003</c:v>
                </c:pt>
                <c:pt idx="41">
                  <c:v>-0.62977499999999997</c:v>
                </c:pt>
                <c:pt idx="42">
                  <c:v>-0.57218270000000004</c:v>
                </c:pt>
                <c:pt idx="43">
                  <c:v>-0.49299379999999998</c:v>
                </c:pt>
                <c:pt idx="44">
                  <c:v>-0.44260070000000001</c:v>
                </c:pt>
                <c:pt idx="45">
                  <c:v>-0.40660570000000001</c:v>
                </c:pt>
                <c:pt idx="46">
                  <c:v>-0.40660570000000001</c:v>
                </c:pt>
                <c:pt idx="47">
                  <c:v>-0.40660570000000001</c:v>
                </c:pt>
                <c:pt idx="48">
                  <c:v>-0.39940690000000001</c:v>
                </c:pt>
                <c:pt idx="49">
                  <c:v>-0.39940690000000001</c:v>
                </c:pt>
                <c:pt idx="50">
                  <c:v>-0.35621259999999999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353-4D2C-A11A-B3D451F48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53868079"/>
        <c:axId val="1853871439"/>
      </c:scatterChart>
      <c:valAx>
        <c:axId val="1853868079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53871439"/>
        <c:crosses val="autoZero"/>
        <c:crossBetween val="midCat"/>
      </c:valAx>
      <c:valAx>
        <c:axId val="1853871439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5386807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9A893-3E9D-F6F6-529B-0BCDDC88F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DEB3E5-7016-98D1-FC65-CC4981D484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BC2845-8D25-6923-9C67-E3F1B1C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6B3048-F1BF-0420-6386-27CA8E23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7C0C1-7CEE-382C-9620-A4CB6E63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6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5E4FC-CDF2-DEC7-FA97-F260BF31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A34029-6291-6A09-C623-840C5C879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BAC876-4852-C889-557B-EB395C893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7DA853-4DB9-7719-57AA-6293A02E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AE75DE-0A57-8B93-4D11-82E7F61C7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37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4EFE7-E840-E24D-B2D5-E0C54A7D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1EB459-69EF-4506-DAFA-F7D55299E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8B5567-54A0-7F1C-DCD9-A1DBE40D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94ED3F-ED39-BBC2-6C4F-D63DDFD3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A700CC-4402-8E0F-B8BF-61869831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41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5DB93-E4C2-721B-37B4-22034EE5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1BE056-A767-8727-2FCD-55ED71236A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574DBB-8681-16AB-85EE-32E5B01F2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9D6D53-73D7-A6D3-9384-2366605E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915995-7E2F-CC22-4F91-301AF7FC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23A1A8-FC10-7F37-E317-8F19EE72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64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0B7CE-D658-ED9F-B329-987565EA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BBFA29-81AA-6EB5-5063-542D91789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916799-EC03-D2C9-E6A6-09014CC97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4EB3DC2-E923-6569-1B4C-AB03427AD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53D5D6-175E-958F-9B99-3014F6757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E001D0-8179-BB9C-D5D5-B8D8ED044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C8BFFF-D9AE-8655-545D-5E1861B8E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8E6DE8-D613-5903-2EAC-1D7715BB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69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6730C-D95E-30F7-CB82-A607ADF4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4DAA4A-088D-B43C-DD06-55D07BB7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81F243-C2D4-4EA4-7C49-A5E83F47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343E69-7BC3-2D85-24B6-00730A969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091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21A338-2C03-6527-4CA5-583A81F5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E80C25-B8DE-6E57-EFB1-3C412E95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7FC0FB-9E29-18E5-409E-A98556E4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75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B620C-C088-EE90-B129-D1E497238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A9C6B1-F7E9-D003-F884-43284EC19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0127D0-7765-F470-C4B7-0F43E449A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7ABAF8-7383-29B8-0B9A-82E8FE52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4F97F6-5060-B647-3C7E-C6EED7C1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F8420-C64A-58DB-2D18-8C984268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00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AD34B-B548-F4CA-C0C7-3207AA1C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597D82-C6EA-5EB3-13B3-1577A9DF4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878E37-9A96-46C7-5AA1-09ACB4372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442081-86EC-2958-946D-F9003DC2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F9C186-5725-655C-FE4E-7FC10B38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4E4D37-C8F8-C3D5-51FC-96ACCB10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4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C18B4-9844-D82B-3072-FB6F67D2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3D5EA3-BF3F-5A7D-E92C-CC794FD80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7041F-73C6-621F-2291-6CC43679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788564-D4B9-B5D2-4270-4E91BCA4D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870615-3CFC-88B3-6744-888B866A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71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93FD8D-0E97-B3A8-75AC-098D5BF44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BDF0EE-C12E-3393-38D7-368F254A1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220C40-68BA-ED93-C514-41A478B41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8988A-AB5A-B2D1-D909-7071A888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AEFC70-5E07-3006-7D03-26B89187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41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45B1FC-5846-F444-5A49-B40EF8A2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F90D64-F638-8D47-2689-5570932B8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CC77CE-EC82-448A-0C46-DE05298A5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B47E26-5FFF-4AEF-8321-A6185A2D200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739AC-5455-8AAD-6180-711836C43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DFA1A8-CAD2-D14F-2941-15333DEAC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BF304-4EB0-428C-BD16-E35B23950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20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15509B-6824-F17D-76D3-2A6495C19B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전산유체해석</a:t>
            </a:r>
            <a:r>
              <a:rPr lang="ko-KR" altLang="en-US" dirty="0"/>
              <a:t> 보고서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11AF36-467F-DE25-A737-49EAE0918A78}"/>
              </a:ext>
            </a:extLst>
          </p:cNvPr>
          <p:cNvSpPr txBox="1"/>
          <p:nvPr/>
        </p:nvSpPr>
        <p:spPr>
          <a:xfrm>
            <a:off x="8198864" y="5194407"/>
            <a:ext cx="3480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무인항공기학과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2021010617</a:t>
            </a:r>
          </a:p>
          <a:p>
            <a:r>
              <a:rPr lang="ko-KR" altLang="en-US" dirty="0"/>
              <a:t>이민호</a:t>
            </a:r>
          </a:p>
        </p:txBody>
      </p:sp>
    </p:spTree>
    <p:extLst>
      <p:ext uri="{BB962C8B-B14F-4D97-AF65-F5344CB8AC3E}">
        <p14:creationId xmlns:p14="http://schemas.microsoft.com/office/powerpoint/2010/main" val="535808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5F2A55-6D05-51A9-8751-D5803939A39F}"/>
              </a:ext>
            </a:extLst>
          </p:cNvPr>
          <p:cNvSpPr txBox="1"/>
          <p:nvPr/>
        </p:nvSpPr>
        <p:spPr>
          <a:xfrm>
            <a:off x="230521" y="361150"/>
            <a:ext cx="42031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익형</a:t>
            </a:r>
            <a:r>
              <a:rPr lang="ko-KR" altLang="en-US" dirty="0"/>
              <a:t> 상면에서 압력이 급격하게 감소하며 넓은 저압 영역이 형성된 것이 확인된다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ko-KR" altLang="en-US" dirty="0" err="1"/>
              <a:t>앞전</a:t>
            </a:r>
            <a:r>
              <a:rPr lang="en-US" altLang="ko-KR" dirty="0"/>
              <a:t>(Leading Edge)</a:t>
            </a:r>
            <a:r>
              <a:rPr lang="ko-KR" altLang="en-US" dirty="0"/>
              <a:t>에서 유동이 가속되며 </a:t>
            </a:r>
            <a:r>
              <a:rPr lang="ko-KR" altLang="en-US" dirty="0" err="1"/>
              <a:t>고양력</a:t>
            </a:r>
            <a:r>
              <a:rPr lang="ko-KR" altLang="en-US" dirty="0"/>
              <a:t> 생성에 기여하는 강한 흡입력이 발생하고 있다</a:t>
            </a:r>
            <a:r>
              <a:rPr lang="en-US" altLang="ko-KR" dirty="0"/>
              <a:t>. </a:t>
            </a:r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ko-KR" altLang="en-US" dirty="0"/>
              <a:t>하면은 상대적으로 높은 압력이 유지되며 상</a:t>
            </a:r>
            <a:r>
              <a:rPr lang="en-US" altLang="ko-KR" dirty="0"/>
              <a:t>·</a:t>
            </a:r>
            <a:r>
              <a:rPr lang="ko-KR" altLang="en-US" dirty="0"/>
              <a:t>하면 간의 뚜렷한 압력 차가 형성되어 충분한 양력이 발생하고 있음을 보여준다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ko-KR" altLang="en-US" dirty="0" err="1"/>
              <a:t>익형</a:t>
            </a:r>
            <a:r>
              <a:rPr lang="ko-KR" altLang="en-US" dirty="0"/>
              <a:t> 표면 근처의 </a:t>
            </a:r>
            <a:r>
              <a:rPr lang="ko-KR" altLang="en-US" dirty="0" err="1"/>
              <a:t>메쉬는</a:t>
            </a:r>
            <a:r>
              <a:rPr lang="ko-KR" altLang="en-US" dirty="0"/>
              <a:t> 경계층을 고려한 고밀도</a:t>
            </a:r>
            <a:r>
              <a:rPr lang="en-US" altLang="ko-KR" dirty="0"/>
              <a:t>(</a:t>
            </a:r>
            <a:r>
              <a:rPr lang="ko-KR" altLang="en-US" dirty="0"/>
              <a:t>정렬형</a:t>
            </a:r>
            <a:r>
              <a:rPr lang="en-US" altLang="ko-KR" dirty="0"/>
              <a:t>) </a:t>
            </a:r>
            <a:r>
              <a:rPr lang="ko-KR" altLang="en-US" dirty="0"/>
              <a:t>격자로 구성되어 있어</a:t>
            </a:r>
            <a:r>
              <a:rPr lang="en-US" altLang="ko-KR" dirty="0"/>
              <a:t>, </a:t>
            </a:r>
            <a:r>
              <a:rPr lang="ko-KR" altLang="en-US" dirty="0"/>
              <a:t>벽면 근처의 유동 변화</a:t>
            </a:r>
            <a:r>
              <a:rPr lang="en-US" altLang="ko-KR" dirty="0"/>
              <a:t>(</a:t>
            </a:r>
            <a:r>
              <a:rPr lang="ko-KR" altLang="en-US" dirty="0"/>
              <a:t>속도 </a:t>
            </a:r>
            <a:r>
              <a:rPr lang="ko-KR" altLang="en-US" dirty="0" err="1"/>
              <a:t>구배</a:t>
            </a:r>
            <a:r>
              <a:rPr lang="en-US" altLang="ko-KR" dirty="0"/>
              <a:t>, </a:t>
            </a:r>
            <a:r>
              <a:rPr lang="ko-KR" altLang="en-US" dirty="0"/>
              <a:t>압력 </a:t>
            </a:r>
            <a:r>
              <a:rPr lang="ko-KR" altLang="en-US" dirty="0" err="1"/>
              <a:t>구배</a:t>
            </a:r>
            <a:r>
              <a:rPr lang="en-US" altLang="ko-KR" dirty="0"/>
              <a:t>)</a:t>
            </a:r>
            <a:r>
              <a:rPr lang="ko-KR" altLang="en-US" dirty="0"/>
              <a:t>를 정확히 포착할 수 있는 구조임을 알 수 있다</a:t>
            </a:r>
            <a:r>
              <a:rPr lang="en-US" altLang="ko-KR" dirty="0"/>
              <a:t>. </a:t>
            </a:r>
            <a:r>
              <a:rPr lang="ko-KR" altLang="en-US" dirty="0"/>
              <a:t>후방에서는 압력 회복이 매끄럽게 이루어져 박리나 유동 불안정 현상은 관찰되지 않는다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4" name="그림 3" descr="스크린샷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195AA2-0535-F5E4-AF8E-DBE574574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208" y="101159"/>
            <a:ext cx="7527792" cy="493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3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E4149C1F-A43E-B43E-0A5F-38E35803B9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9737029"/>
              </p:ext>
            </p:extLst>
          </p:nvPr>
        </p:nvGraphicFramePr>
        <p:xfrm>
          <a:off x="6622202" y="685799"/>
          <a:ext cx="5272682" cy="4085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738669-EF78-BF08-796D-1F3366CD5E19}"/>
              </a:ext>
            </a:extLst>
          </p:cNvPr>
          <p:cNvSpPr txBox="1"/>
          <p:nvPr/>
        </p:nvSpPr>
        <p:spPr>
          <a:xfrm>
            <a:off x="322729" y="729983"/>
            <a:ext cx="53404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SU2 </a:t>
            </a:r>
            <a:r>
              <a:rPr lang="ko-KR" altLang="en-US" dirty="0"/>
              <a:t>결과는 전체적인 </a:t>
            </a:r>
            <a:r>
              <a:rPr lang="en-US" altLang="ko-KR" dirty="0"/>
              <a:t>Cp </a:t>
            </a:r>
            <a:r>
              <a:rPr lang="ko-KR" altLang="en-US" dirty="0"/>
              <a:t>분포 추세를 </a:t>
            </a:r>
            <a:r>
              <a:rPr lang="en-US" altLang="ko-KR" dirty="0"/>
              <a:t>NASA </a:t>
            </a:r>
            <a:r>
              <a:rPr lang="ko-KR" altLang="en-US" dirty="0"/>
              <a:t>실험 데이터와 매우 유사하게 예측하였다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앞전에서는 두 데이터 모두 급격한 </a:t>
            </a:r>
            <a:r>
              <a:rPr lang="ko-KR" altLang="en-US" dirty="0" err="1"/>
              <a:t>음압</a:t>
            </a:r>
            <a:r>
              <a:rPr lang="ko-KR" altLang="en-US" dirty="0"/>
              <a:t> 피크가 발생하며</a:t>
            </a:r>
            <a:r>
              <a:rPr lang="en-US" altLang="ko-KR" dirty="0"/>
              <a:t>, </a:t>
            </a:r>
            <a:r>
              <a:rPr lang="ko-KR" altLang="en-US" dirty="0"/>
              <a:t>이는 강한 흡입력과 양력 생성 특성이 재현되었음을 의미한다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</a:t>
            </a:r>
            <a:r>
              <a:rPr lang="en-US" altLang="ko-KR" dirty="0"/>
              <a:t>SU2</a:t>
            </a:r>
            <a:r>
              <a:rPr lang="ko-KR" altLang="en-US" dirty="0"/>
              <a:t>는 </a:t>
            </a:r>
            <a:r>
              <a:rPr lang="ko-KR" altLang="en-US" dirty="0" err="1"/>
              <a:t>앞전</a:t>
            </a:r>
            <a:r>
              <a:rPr lang="ko-KR" altLang="en-US" dirty="0"/>
              <a:t> 부근에서 </a:t>
            </a:r>
            <a:r>
              <a:rPr lang="en-US" altLang="ko-KR" dirty="0"/>
              <a:t>NASA </a:t>
            </a:r>
            <a:r>
              <a:rPr lang="ko-KR" altLang="en-US" dirty="0"/>
              <a:t>값보다 조금 더  큰 </a:t>
            </a:r>
            <a:r>
              <a:rPr lang="ko-KR" altLang="en-US" dirty="0" err="1"/>
              <a:t>음압을</a:t>
            </a:r>
            <a:r>
              <a:rPr lang="ko-KR" altLang="en-US" dirty="0"/>
              <a:t> 예측하여</a:t>
            </a:r>
            <a:br>
              <a:rPr lang="ko-KR" altLang="en-US" dirty="0"/>
            </a:br>
            <a:r>
              <a:rPr lang="ko-KR" altLang="en-US" dirty="0"/>
              <a:t>양력 성능을 약간 과대평가하는 경향이 나타났다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또한 후방</a:t>
            </a:r>
            <a:r>
              <a:rPr lang="en-US" altLang="ko-KR" dirty="0"/>
              <a:t>(80% </a:t>
            </a:r>
            <a:r>
              <a:rPr lang="ko-KR" altLang="en-US" dirty="0"/>
              <a:t>이후</a:t>
            </a:r>
            <a:r>
              <a:rPr lang="en-US" altLang="ko-KR" dirty="0"/>
              <a:t>)</a:t>
            </a:r>
            <a:r>
              <a:rPr lang="ko-KR" altLang="en-US" dirty="0"/>
              <a:t>에서는 </a:t>
            </a:r>
            <a:r>
              <a:rPr lang="en-US" altLang="ko-KR" dirty="0"/>
              <a:t>NASA </a:t>
            </a:r>
            <a:r>
              <a:rPr lang="ko-KR" altLang="en-US" dirty="0"/>
              <a:t>데이터보다 압력 회복이 조금 더 늦게 나타나며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CG/</a:t>
            </a:r>
            <a:r>
              <a:rPr lang="ko-KR" altLang="en-US" dirty="0"/>
              <a:t>경계층 모델 차이로 인한 오차가 존재하는 것으로 판단된다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외 구간에서는 </a:t>
            </a:r>
            <a:r>
              <a:rPr lang="en-US" altLang="ko-KR" dirty="0"/>
              <a:t>NASA </a:t>
            </a:r>
            <a:r>
              <a:rPr lang="ko-KR" altLang="en-US" dirty="0"/>
              <a:t>데이터와 거의 </a:t>
            </a:r>
            <a:r>
              <a:rPr lang="ko-KR" altLang="en-US" dirty="0" err="1"/>
              <a:t>일치하여해석</a:t>
            </a:r>
            <a:r>
              <a:rPr lang="ko-KR" altLang="en-US" dirty="0"/>
              <a:t> 신뢰도가 매우 높음을 확인할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2445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727F76-1372-AE0F-C1EA-ECA1A9D77960}"/>
              </a:ext>
            </a:extLst>
          </p:cNvPr>
          <p:cNvSpPr txBox="1"/>
          <p:nvPr/>
        </p:nvSpPr>
        <p:spPr>
          <a:xfrm>
            <a:off x="227066" y="1773568"/>
            <a:ext cx="35348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Streamline </a:t>
            </a:r>
            <a:r>
              <a:rPr lang="ko-KR" altLang="en-US" dirty="0"/>
              <a:t>결과를 통해 </a:t>
            </a:r>
            <a:r>
              <a:rPr lang="ko-KR" altLang="en-US" dirty="0" err="1"/>
              <a:t>익형</a:t>
            </a:r>
            <a:r>
              <a:rPr lang="ko-KR" altLang="en-US" dirty="0"/>
              <a:t> 상면에서는 압력 저하에 의해 가속된 유동이 뒷전</a:t>
            </a:r>
            <a:r>
              <a:rPr lang="en-US" altLang="ko-KR" dirty="0"/>
              <a:t>(Trailing Edge) </a:t>
            </a:r>
            <a:r>
              <a:rPr lang="ko-KR" altLang="en-US" dirty="0"/>
              <a:t>부근에서 속도가 저하되고 흐름이 외부로 벗어나는</a:t>
            </a:r>
            <a:r>
              <a:rPr lang="en-US" altLang="ko-KR" dirty="0"/>
              <a:t>(</a:t>
            </a:r>
            <a:r>
              <a:rPr lang="ko-KR" altLang="en-US" dirty="0"/>
              <a:t>유선이 벌어지는</a:t>
            </a:r>
            <a:r>
              <a:rPr lang="en-US" altLang="ko-KR" dirty="0"/>
              <a:t>) </a:t>
            </a:r>
            <a:r>
              <a:rPr lang="ko-KR" altLang="en-US" dirty="0"/>
              <a:t>현상이 관찰되었다</a:t>
            </a:r>
            <a:r>
              <a:rPr lang="en-US" altLang="ko-KR" dirty="0"/>
              <a:t>. </a:t>
            </a:r>
            <a:r>
              <a:rPr lang="ko-KR" altLang="en-US" dirty="0"/>
              <a:t>이는 해당 영역에서 경계층 박리</a:t>
            </a:r>
            <a:r>
              <a:rPr lang="en-US" altLang="ko-KR" dirty="0"/>
              <a:t>(Flow Separation)</a:t>
            </a:r>
            <a:r>
              <a:rPr lang="ko-KR" altLang="en-US" dirty="0"/>
              <a:t>가 발생하고 있음을 의미한다</a:t>
            </a:r>
            <a:r>
              <a:rPr lang="en-US" altLang="ko-KR" dirty="0"/>
              <a:t>. </a:t>
            </a:r>
            <a:r>
              <a:rPr lang="ko-KR" altLang="en-US" dirty="0"/>
              <a:t>반면 하면 유동은 상대적으로 안정적인 흐름을 유지하는 모습을 보였다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ko-KR" altLang="en-US" dirty="0" err="1"/>
              <a:t>익형</a:t>
            </a:r>
            <a:r>
              <a:rPr lang="ko-KR" altLang="en-US" dirty="0"/>
              <a:t> 형상에 따른 후류 유동 손실이 존재하며</a:t>
            </a:r>
            <a:r>
              <a:rPr lang="en-US" altLang="ko-KR" dirty="0"/>
              <a:t>, </a:t>
            </a:r>
            <a:r>
              <a:rPr lang="ko-KR" altLang="en-US" dirty="0"/>
              <a:t>이는 항력 성능 저하의 주요 원인이 될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4" name="그림 3" descr="스크린샷, 다채로움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C05F2A-9A50-EF1E-ED59-2C8A8CC7D1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990" y="1671917"/>
            <a:ext cx="6192644" cy="44092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6D906F-C43B-D769-31EB-1C536AA93DB5}"/>
              </a:ext>
            </a:extLst>
          </p:cNvPr>
          <p:cNvSpPr txBox="1"/>
          <p:nvPr/>
        </p:nvSpPr>
        <p:spPr>
          <a:xfrm>
            <a:off x="2854712" y="334537"/>
            <a:ext cx="611086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dirty="0" err="1"/>
              <a:t>유동박리</a:t>
            </a:r>
            <a:endParaRPr lang="ko-KR" altLang="en-US" sz="3500" dirty="0"/>
          </a:p>
        </p:txBody>
      </p:sp>
    </p:spTree>
    <p:extLst>
      <p:ext uri="{BB962C8B-B14F-4D97-AF65-F5344CB8AC3E}">
        <p14:creationId xmlns:p14="http://schemas.microsoft.com/office/powerpoint/2010/main" val="1080086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271</Words>
  <Application>Microsoft Office PowerPoint</Application>
  <PresentationFormat>와이드스크린</PresentationFormat>
  <Paragraphs>11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전산유체해석 보고서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이민호</dc:creator>
  <cp:lastModifiedBy>이민호</cp:lastModifiedBy>
  <cp:revision>1</cp:revision>
  <dcterms:created xsi:type="dcterms:W3CDTF">2025-12-04T18:15:59Z</dcterms:created>
  <dcterms:modified xsi:type="dcterms:W3CDTF">2025-12-04T18:45:44Z</dcterms:modified>
</cp:coreProperties>
</file>