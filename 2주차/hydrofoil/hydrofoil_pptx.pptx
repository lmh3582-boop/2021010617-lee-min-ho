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82" d="100"/>
          <a:sy n="82" d="100"/>
        </p:scale>
        <p:origin x="25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125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584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731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643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367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27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17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062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93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601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72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721F7A-AA09-4279-9592-DA90BAB6A8A3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40209-0B52-4BC2-B789-B22CD79BC7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626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0153F6-037A-1F72-AF15-6100416F3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406946"/>
            <a:ext cx="5829300" cy="1052340"/>
          </a:xfrm>
        </p:spPr>
        <p:txBody>
          <a:bodyPr/>
          <a:lstStyle/>
          <a:p>
            <a:r>
              <a:rPr lang="en-US" altLang="ko-K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스퀘어_ac ExtraBold" panose="020B0600000101010101" pitchFamily="50" charset="-127"/>
                <a:ea typeface="나눔스퀘어_ac ExtraBold" panose="020B0600000101010101" pitchFamily="50" charset="-127"/>
              </a:rPr>
              <a:t># Report 1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스퀘어_ac ExtraBold" panose="020B0600000101010101" pitchFamily="50" charset="-127"/>
              <a:ea typeface="나눔스퀘어_ac ExtraBold" panose="020B0600000101010101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AD4531-2D2C-1970-7A30-DFED9FC2E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318071"/>
            <a:ext cx="5143500" cy="1580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학과</a:t>
            </a:r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ko-KR" altLang="en-US" sz="20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무인항공기학과</a:t>
            </a:r>
            <a:endParaRPr lang="en-US" altLang="ko-KR" sz="2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학번</a:t>
            </a:r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2021010617</a:t>
            </a:r>
          </a:p>
          <a:p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이름</a:t>
            </a:r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이민호</a:t>
            </a:r>
            <a:endParaRPr lang="en-US" altLang="ko-KR" sz="20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  <a:p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제출일</a:t>
            </a:r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2025</a:t>
            </a: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년 </a:t>
            </a:r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9</a:t>
            </a: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월 </a:t>
            </a:r>
            <a:r>
              <a:rPr lang="en-US" altLang="ko-KR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25</a:t>
            </a:r>
            <a:r>
              <a:rPr lang="ko-KR" altLang="en-US" sz="20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일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7EF0419-1F9F-958E-61D9-07E1FAADD1E8}"/>
              </a:ext>
            </a:extLst>
          </p:cNvPr>
          <p:cNvSpPr txBox="1">
            <a:spLocks/>
          </p:cNvSpPr>
          <p:nvPr/>
        </p:nvSpPr>
        <p:spPr>
          <a:xfrm>
            <a:off x="514350" y="4375559"/>
            <a:ext cx="5829300" cy="7368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과목명</a:t>
            </a:r>
            <a:r>
              <a:rPr lang="en-US" altLang="ko-KR" sz="2800" dirty="0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: </a:t>
            </a:r>
            <a:r>
              <a:rPr lang="ko-KR" altLang="en-US" sz="2800" dirty="0" err="1"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전산유체해석</a:t>
            </a:r>
            <a:endParaRPr lang="en-US" altLang="ko-KR" sz="2800" dirty="0"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957951B-8937-7937-F821-AC09D5527FD0}"/>
              </a:ext>
            </a:extLst>
          </p:cNvPr>
          <p:cNvCxnSpPr>
            <a:cxnSpLocks/>
          </p:cNvCxnSpPr>
          <p:nvPr/>
        </p:nvCxnSpPr>
        <p:spPr>
          <a:xfrm>
            <a:off x="3093720" y="3342984"/>
            <a:ext cx="670560" cy="0"/>
          </a:xfrm>
          <a:prstGeom prst="line">
            <a:avLst/>
          </a:prstGeom>
          <a:ln w="50800">
            <a:solidFill>
              <a:schemeClr val="tx1"/>
            </a:solidFill>
          </a:ln>
          <a:effectLst>
            <a:outerShdw blurRad="50800" dist="635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텍스트, 로고, 폰트, 등록 상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6C2197-0A9B-5BA7-4204-1C609D580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85" t="12766" r="64808" b="20390"/>
          <a:stretch>
            <a:fillRect/>
          </a:stretch>
        </p:blipFill>
        <p:spPr>
          <a:xfrm>
            <a:off x="2885723" y="1971757"/>
            <a:ext cx="1086554" cy="116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838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E78B4B-3C7D-3D9B-B8C7-443678FE1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해석결과</a:t>
            </a:r>
          </a:p>
        </p:txBody>
      </p:sp>
      <p:pic>
        <p:nvPicPr>
          <p:cNvPr id="5" name="내용 개체 틀 4" descr="스크린샷, 텍스트, 도표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9B962E-4939-4E7E-04CE-7A7F9CA2FA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8" y="3006671"/>
            <a:ext cx="5915025" cy="5408909"/>
          </a:xfrm>
        </p:spPr>
      </p:pic>
    </p:spTree>
    <p:extLst>
      <p:ext uri="{BB962C8B-B14F-4D97-AF65-F5344CB8AC3E}">
        <p14:creationId xmlns:p14="http://schemas.microsoft.com/office/powerpoint/2010/main" val="884880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스크린샷, 텍스트, 도표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439906-8034-EEF6-325F-16B986A25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7" y="1752600"/>
            <a:ext cx="5915025" cy="6400800"/>
          </a:xfrm>
        </p:spPr>
      </p:pic>
    </p:spTree>
    <p:extLst>
      <p:ext uri="{BB962C8B-B14F-4D97-AF65-F5344CB8AC3E}">
        <p14:creationId xmlns:p14="http://schemas.microsoft.com/office/powerpoint/2010/main" val="147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소프트웨어, 번호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F9BDF0-611A-A949-8030-EA4888BBEC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0345" y="1301858"/>
            <a:ext cx="4417017" cy="6930218"/>
          </a:xfrm>
        </p:spPr>
      </p:pic>
    </p:spTree>
    <p:extLst>
      <p:ext uri="{BB962C8B-B14F-4D97-AF65-F5344CB8AC3E}">
        <p14:creationId xmlns:p14="http://schemas.microsoft.com/office/powerpoint/2010/main" val="175479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24</Words>
  <Application>Microsoft Office PowerPoint</Application>
  <PresentationFormat>A4 용지(210x297mm)</PresentationFormat>
  <Paragraphs>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나눔스퀘어_ac</vt:lpstr>
      <vt:lpstr>나눔스퀘어_ac ExtraBold</vt:lpstr>
      <vt:lpstr>Aptos</vt:lpstr>
      <vt:lpstr>Aptos Display</vt:lpstr>
      <vt:lpstr>Arial</vt:lpstr>
      <vt:lpstr>Office 테마</vt:lpstr>
      <vt:lpstr># Report 1</vt:lpstr>
      <vt:lpstr>해석결과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Yeonju Ryu</dc:creator>
  <cp:lastModifiedBy>이민호</cp:lastModifiedBy>
  <cp:revision>2</cp:revision>
  <dcterms:created xsi:type="dcterms:W3CDTF">2025-09-23T11:15:02Z</dcterms:created>
  <dcterms:modified xsi:type="dcterms:W3CDTF">2025-09-25T00:45:22Z</dcterms:modified>
</cp:coreProperties>
</file>